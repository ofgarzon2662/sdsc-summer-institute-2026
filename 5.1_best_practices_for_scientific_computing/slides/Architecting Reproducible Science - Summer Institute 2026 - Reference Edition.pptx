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ae0e935d224095" /><Relationship Type="http://schemas.openxmlformats.org/officeDocument/2006/relationships/extended-properties" Target="/docProps/app.xml" Id="Ra438d18dc5604223" /><Relationship Type="http://schemas.openxmlformats.org/officeDocument/2006/relationships/officeDocument" Target="/ppt/presentation.xml" Id="Rb3e63b7db78d44ee" /></Relationships>
</file>

<file path=ppt/presentation.xml><?xml version="1.0" encoding="utf-8"?>
<p:presentation xmlns:p="http://schemas.openxmlformats.org/presentationml/2006/main">
  <p:sldMasterIdLst>
    <p:sldMasterId xmlns:r="http://schemas.openxmlformats.org/officeDocument/2006/relationships" id="2147483648" r:id="R58dfc2ac67a84fe4"/>
  </p:sldMasterIdLst>
  <p:notesMasterIdLst>
    <p:notesMasterId xmlns:r="http://schemas.openxmlformats.org/officeDocument/2006/relationships" r:id="R99464ee770554166"/>
  </p:notesMasterIdLst>
  <p:sldIdLst>
    <p:sldId xmlns:r="http://schemas.openxmlformats.org/officeDocument/2006/relationships" id="256" r:id="Rf0b59da2ceeb4fc8"/>
    <p:sldId xmlns:r="http://schemas.openxmlformats.org/officeDocument/2006/relationships" id="257" r:id="R9a18266c774040d8"/>
    <p:sldId xmlns:r="http://schemas.openxmlformats.org/officeDocument/2006/relationships" id="258" r:id="R04cea3f4d0834d6c"/>
    <p:sldId xmlns:r="http://schemas.openxmlformats.org/officeDocument/2006/relationships" id="259" r:id="Rfa50f67b28f64b00"/>
    <p:sldId xmlns:r="http://schemas.openxmlformats.org/officeDocument/2006/relationships" id="260" r:id="Ra095f7aef01e4b27"/>
    <p:sldId xmlns:r="http://schemas.openxmlformats.org/officeDocument/2006/relationships" id="261" r:id="R328953c42b594b48"/>
    <p:sldId xmlns:r="http://schemas.openxmlformats.org/officeDocument/2006/relationships" id="262" r:id="R0f04586238ec409d"/>
    <p:sldId xmlns:r="http://schemas.openxmlformats.org/officeDocument/2006/relationships" id="263" r:id="R444ef89545bf4bf1"/>
    <p:sldId xmlns:r="http://schemas.openxmlformats.org/officeDocument/2006/relationships" id="264" r:id="R26b3bfba79f24793"/>
    <p:sldId xmlns:r="http://schemas.openxmlformats.org/officeDocument/2006/relationships" id="265" r:id="R971fe58506204152"/>
    <p:sldId xmlns:r="http://schemas.openxmlformats.org/officeDocument/2006/relationships" id="266" r:id="Rd4e341fb41d340fe"/>
    <p:sldId xmlns:r="http://schemas.openxmlformats.org/officeDocument/2006/relationships" id="267" r:id="R24db3abf75534728"/>
    <p:sldId xmlns:r="http://schemas.openxmlformats.org/officeDocument/2006/relationships" id="268" r:id="Rcc1ee41b23cd4972"/>
    <p:sldId xmlns:r="http://schemas.openxmlformats.org/officeDocument/2006/relationships" id="269" r:id="R2d904bd0526e462f"/>
    <p:sldId xmlns:r="http://schemas.openxmlformats.org/officeDocument/2006/relationships" id="270" r:id="R3fa5f5d0af214a12"/>
    <p:sldId xmlns:r="http://schemas.openxmlformats.org/officeDocument/2006/relationships" id="271" r:id="R27d053d2fa0842b6"/>
    <p:sldId xmlns:r="http://schemas.openxmlformats.org/officeDocument/2006/relationships" id="272" r:id="Ra8507efcf06d4107"/>
    <p:sldId xmlns:r="http://schemas.openxmlformats.org/officeDocument/2006/relationships" id="273" r:id="R20fd71147cc04aa1"/>
    <p:sldId xmlns:r="http://schemas.openxmlformats.org/officeDocument/2006/relationships" id="274" r:id="R7936f1113c0e45a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e8d978bb5f9498a" /><Relationship Type="http://schemas.openxmlformats.org/officeDocument/2006/relationships/slideMaster" Target="/ppt/slideMasters/slideMaster1.xml" Id="R58dfc2ac67a84fe4" /><Relationship Type="http://schemas.openxmlformats.org/officeDocument/2006/relationships/notesMaster" Target="/ppt/notesMasters/notesMaster1.xml" Id="R99464ee770554166" /><Relationship Type="http://schemas.openxmlformats.org/officeDocument/2006/relationships/presProps" Target="/ppt/presProps.xml" Id="Rbb04b69bc4af403d" /><Relationship Type="http://schemas.openxmlformats.org/officeDocument/2006/relationships/viewProps" Target="/ppt/viewProps.xml" Id="R7ad32085976f48c9" /><Relationship Type="http://schemas.openxmlformats.org/officeDocument/2006/relationships/tableStyles" Target="/ppt/tableStyles.xml" Id="Ra00cf9efefbd4ee6" /><Relationship Type="http://schemas.openxmlformats.org/officeDocument/2006/relationships/slide" Target="/ppt/slides/slide1.xml" Id="Rf0b59da2ceeb4fc8" /><Relationship Type="http://schemas.openxmlformats.org/officeDocument/2006/relationships/slide" Target="/ppt/slides/slide2.xml" Id="R9a18266c774040d8" /><Relationship Type="http://schemas.openxmlformats.org/officeDocument/2006/relationships/slide" Target="/ppt/slides/slide3.xml" Id="R04cea3f4d0834d6c" /><Relationship Type="http://schemas.openxmlformats.org/officeDocument/2006/relationships/slide" Target="/ppt/slides/slide4.xml" Id="Rfa50f67b28f64b00" /><Relationship Type="http://schemas.openxmlformats.org/officeDocument/2006/relationships/slide" Target="/ppt/slides/slide5.xml" Id="Ra095f7aef01e4b27" /><Relationship Type="http://schemas.openxmlformats.org/officeDocument/2006/relationships/slide" Target="/ppt/slides/slide6.xml" Id="R328953c42b594b48" /><Relationship Type="http://schemas.openxmlformats.org/officeDocument/2006/relationships/slide" Target="/ppt/slides/slide7.xml" Id="R0f04586238ec409d" /><Relationship Type="http://schemas.openxmlformats.org/officeDocument/2006/relationships/slide" Target="/ppt/slides/slide8.xml" Id="R444ef89545bf4bf1" /><Relationship Type="http://schemas.openxmlformats.org/officeDocument/2006/relationships/slide" Target="/ppt/slides/slide9.xml" Id="R26b3bfba79f24793" /><Relationship Type="http://schemas.openxmlformats.org/officeDocument/2006/relationships/slide" Target="/ppt/slides/slide10.xml" Id="R971fe58506204152" /><Relationship Type="http://schemas.openxmlformats.org/officeDocument/2006/relationships/slide" Target="/ppt/slides/slide11.xml" Id="Rd4e341fb41d340fe" /><Relationship Type="http://schemas.openxmlformats.org/officeDocument/2006/relationships/slide" Target="/ppt/slides/slide12.xml" Id="R24db3abf75534728" /><Relationship Type="http://schemas.openxmlformats.org/officeDocument/2006/relationships/slide" Target="/ppt/slides/slide13.xml" Id="Rcc1ee41b23cd4972" /><Relationship Type="http://schemas.openxmlformats.org/officeDocument/2006/relationships/slide" Target="/ppt/slides/slide14.xml" Id="R2d904bd0526e462f" /><Relationship Type="http://schemas.openxmlformats.org/officeDocument/2006/relationships/slide" Target="/ppt/slides/slide15.xml" Id="R3fa5f5d0af214a12" /><Relationship Type="http://schemas.openxmlformats.org/officeDocument/2006/relationships/slide" Target="/ppt/slides/slide16.xml" Id="R27d053d2fa0842b6" /><Relationship Type="http://schemas.openxmlformats.org/officeDocument/2006/relationships/slide" Target="/ppt/slides/slide17.xml" Id="Ra8507efcf06d4107" /><Relationship Type="http://schemas.openxmlformats.org/officeDocument/2006/relationships/slide" Target="/ppt/slides/slide18.xml" Id="R20fd71147cc04aa1" /><Relationship Type="http://schemas.openxmlformats.org/officeDocument/2006/relationships/slide" Target="/ppt/slides/slide19.xml" Id="R7936f1113c0e45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5bcc2b699347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PACI/SDSC (logo) template">
  <a:themeElements>
    <a:clrScheme name="UC San Diego">
      <a:dk1>
        <a:srgbClr val="182B49"/>
      </a:dk1>
      <a:lt1>
        <a:sysClr val="window" lastClr="FFFFFF"/>
      </a:lt1>
      <a:dk2>
        <a:srgbClr val="00629B"/>
      </a:dk2>
      <a:lt2>
        <a:srgbClr val="E7E6E6"/>
      </a:lt2>
      <a:accent1>
        <a:srgbClr val="00C6D7"/>
      </a:accent1>
      <a:accent2>
        <a:srgbClr val="FC8900"/>
      </a:accent2>
      <a:accent3>
        <a:srgbClr val="B6B1A9"/>
      </a:accent3>
      <a:accent4>
        <a:srgbClr val="FFCD00"/>
      </a:accent4>
      <a:accent5>
        <a:srgbClr val="D462AD"/>
      </a:accent5>
      <a:accent6>
        <a:srgbClr val="6E963B"/>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C San Dieg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e1624b7dd24139" /><Relationship Type="http://schemas.openxmlformats.org/officeDocument/2006/relationships/notesMaster" Target="/ppt/notesMasters/notesMaster1.xml" Id="R83d7713cf11a4c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a40136d3f44d2b" /><Relationship Type="http://schemas.openxmlformats.org/officeDocument/2006/relationships/notesMaster" Target="/ppt/notesMasters/notesMaster1.xml" Id="Rb331726bc6e449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96bb05f7b64279" /><Relationship Type="http://schemas.openxmlformats.org/officeDocument/2006/relationships/notesMaster" Target="/ppt/notesMasters/notesMaster1.xml" Id="R9d1b3c33d46441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8af259fc254080" /><Relationship Type="http://schemas.openxmlformats.org/officeDocument/2006/relationships/notesMaster" Target="/ppt/notesMasters/notesMaster1.xml" Id="R358e3302a7f442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d2f715412e4f78" /><Relationship Type="http://schemas.openxmlformats.org/officeDocument/2006/relationships/notesMaster" Target="/ppt/notesMasters/notesMaster1.xml" Id="Rafdef4bceb9e47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b0b2e90251479d" /><Relationship Type="http://schemas.openxmlformats.org/officeDocument/2006/relationships/notesMaster" Target="/ppt/notesMasters/notesMaster1.xml" Id="R3e72662e3d504d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e107cefc5d46ba" /><Relationship Type="http://schemas.openxmlformats.org/officeDocument/2006/relationships/notesMaster" Target="/ppt/notesMasters/notesMaster1.xml" Id="Ra166cc1b281049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a290b9bbcf40ca" /><Relationship Type="http://schemas.openxmlformats.org/officeDocument/2006/relationships/notesMaster" Target="/ppt/notesMasters/notesMaster1.xml" Id="R24a44e39791d4b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2ed2b194dc4108" /><Relationship Type="http://schemas.openxmlformats.org/officeDocument/2006/relationships/notesMaster" Target="/ppt/notesMasters/notesMaster1.xml" Id="R511cbd5e3bd84f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eb67de43274320" /><Relationship Type="http://schemas.openxmlformats.org/officeDocument/2006/relationships/notesMaster" Target="/ppt/notesMasters/notesMaster1.xml" Id="R354ee9105ec04d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96051d288e4468" /><Relationship Type="http://schemas.openxmlformats.org/officeDocument/2006/relationships/notesMaster" Target="/ppt/notesMasters/notesMaster1.xml" Id="R42bfa9accfd948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8f887d9e44481e" /><Relationship Type="http://schemas.openxmlformats.org/officeDocument/2006/relationships/notesMaster" Target="/ppt/notesMasters/notesMaster1.xml" Id="Raf1d894b3d724c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55fe0449734667" /><Relationship Type="http://schemas.openxmlformats.org/officeDocument/2006/relationships/notesMaster" Target="/ppt/notesMasters/notesMaster1.xml" Id="R4cd57182b2c14d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c7a883d43e4697" /><Relationship Type="http://schemas.openxmlformats.org/officeDocument/2006/relationships/notesMaster" Target="/ppt/notesMasters/notesMaster1.xml" Id="Re4454b22066b45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64fcc5452a48b2" /><Relationship Type="http://schemas.openxmlformats.org/officeDocument/2006/relationships/notesMaster" Target="/ppt/notesMasters/notesMaster1.xml" Id="R336354186dfe44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3ba6a760cd4c40" /><Relationship Type="http://schemas.openxmlformats.org/officeDocument/2006/relationships/notesMaster" Target="/ppt/notesMasters/notesMaster1.xml" Id="R1aa071bd3d20411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8d365bf72642e4" /><Relationship Type="http://schemas.openxmlformats.org/officeDocument/2006/relationships/notesMaster" Target="/ppt/notesMasters/notesMaster1.xml" Id="Rcb9b131fd57843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71d61cecd64643" /><Relationship Type="http://schemas.openxmlformats.org/officeDocument/2006/relationships/notesMaster" Target="/ppt/notesMasters/notesMaster1.xml" Id="Rad23ab2461d1425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6783230eaf4465" /><Relationship Type="http://schemas.openxmlformats.org/officeDocument/2006/relationships/notesMaster" Target="/ppt/notesMasters/notesMaster1.xml" Id="R11bfad8ee7054c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p>
          <a:p xmlns:a="http://schemas.openxmlformats.org/drawingml/2006/main">
            <a:r>
              <a:t>This is not a talk against notebooks. It is about what must become explicit when notebook code needs to be trusted, shared, automated, or run on an HPC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Play the Milena video, then ask: what failed? Her model had already passed its back-tests. The failure was hidden state, execution order, and a laptop carrying assumptions nobody else could see.</a:t>
            </a:r>
          </a:p>
          <a:p xmlns:a="http://schemas.openxmlformats.org/drawingml/2006/main">
            <a:r>
              <a:t/>
            </a:r>
          </a:p>
          <a:p xmlns:a="http://schemas.openxmlformats.org/drawingml/2006/main">
            <a:r>
              <a:t>Video transcript:</a:t>
            </a:r>
          </a:p>
          <a:p xmlns:a="http://schemas.openxmlformats.org/drawingml/2006/main">
            <a:r>
              <a:t/>
            </a:r>
          </a:p>
          <a:p xmlns:a="http://schemas.openxmlformats.org/drawingml/2006/main">
            <a:r>
              <a:t>Meet Milena, a brilliant Computer Science grad student at UC San Diego. While most of her classmates chase deadlines, Milena chases decades - fifteen to thirty years into the future, predicting San Diego's housing prices.</a:t>
            </a:r>
          </a:p>
          <a:p xmlns:a="http://schemas.openxmlformats.org/drawingml/2006/main">
            <a:r>
              <a:t/>
            </a:r>
          </a:p>
          <a:p xmlns:a="http://schemas.openxmlformats.org/drawingml/2006/main">
            <a:r>
              <a:t>For months she devours every paper from 1920s econometrics to last week's preprints, fine-tuning models in her trusty Jupyter notebook. After countless experiments and spotless back-tests, she lands the model - shockingly accurate, lightning fast, a future-forecasting marvel running on her laptop.</a:t>
            </a:r>
          </a:p>
          <a:p xmlns:a="http://schemas.openxmlformats.org/drawingml/2006/main">
            <a:r>
              <a:t/>
            </a:r>
          </a:p>
          <a:p xmlns:a="http://schemas.openxmlformats.org/drawingml/2006/main">
            <a:r>
              <a:t>A top data-science journal publishes her findings. Word spreads. A major real-estate firm calls: "Show us the magic."</a:t>
            </a:r>
          </a:p>
          <a:p xmlns:a="http://schemas.openxmlformats.org/drawingml/2006/main">
            <a:r>
              <a:t/>
            </a:r>
          </a:p>
          <a:p xmlns:a="http://schemas.openxmlformats.org/drawingml/2006/main">
            <a:r>
              <a:t>They set up a meeting. Milena arrives, she feels confident. Stakeholders lean forward, coffee untouched. She opens the notebook. Cell one: data ingest - runs perfectly. Cell two: feature engineering - green check. Cell three: baseline metrics - impressive nods.</a:t>
            </a:r>
          </a:p>
          <a:p xmlns:a="http://schemas.openxmlformats.org/drawingml/2006/main">
            <a:r>
              <a:t/>
            </a:r>
          </a:p>
          <a:p xmlns:a="http://schemas.openxmlformats.org/drawingml/2006/main">
            <a:r>
              <a:t>She suddenly remembers cell seven holds key helper functions. She jumps, executes, then returns to cells four and five for advanced transforms and cross-validation. Time for the crescendo: cell eleven, the training loop.</a:t>
            </a:r>
          </a:p>
          <a:p xmlns:a="http://schemas.openxmlformats.org/drawingml/2006/main">
            <a:r>
              <a:t/>
            </a:r>
          </a:p>
          <a:p xmlns:a="http://schemas.openxmlformats.org/drawingml/2006/main">
            <a:r>
              <a:t>She hits enter. Laptop fans roar. The screen stalls. Her pulse spikes. She skipped cell six - the optimization routine that prevents memory overload. The notebook locks, her model collapses, and so does the room's enthusiasm.</a:t>
            </a:r>
          </a:p>
          <a:p xmlns:a="http://schemas.openxmlformats.org/drawingml/2006/main">
            <a:r>
              <a:t/>
            </a:r>
          </a:p>
          <a:p xmlns:a="http://schemas.openxmlformats.org/drawingml/2006/main">
            <a:r>
              <a:t>Stakeholders exchange puzzled glances and thank her for her time. Opportunity evaporates like coastal fog.</a:t>
            </a:r>
          </a:p>
          <a:p xmlns:a="http://schemas.openxmlformats.org/drawingml/2006/main">
            <a:r>
              <a:t/>
            </a:r>
          </a:p>
          <a:p xmlns:a="http://schemas.openxmlformats.org/drawingml/2006/main">
            <a:r>
              <a:t>Milena stares at the frozen screen, lesson crystal clear: even genius models need production-ready workflows, because in data science - especially when billions are on the line - order of execution can make or break the dream.</a:t>
            </a:r>
          </a:p>
          <a:p xmlns:a="http://schemas.openxmlformats.org/drawingml/2006/main">
            <a:r>
              <a:t/>
            </a:r>
          </a:p>
          <a:p xmlns:a="http://schemas.openxmlformats.org/drawingml/2006/main">
            <a:r>
              <a:t>Will you be the one who can help Milena land her next business opportunity?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Walk through the five hidden dependencies. Ask participants which one they have encountered. Emphasize that a clean kernel is a useful diagnostic because it removes the author's accidental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Terms vary across disciplines. These are the working definitions for this session. Packaging and containers help repeatability and portability, while scalability still requires algorithmic and resource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Notebooks are excellent laboratories. Packages are reliable interfaces. The goal is not to replace the notebook but to stop asking the notebook kernel to be the only implementation and deployment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Explain the extraction boundary. Pure calculations and stable interfaces move into the package. Exploration, explanation, and visualization can remain in the notebook. Heavy work should happen only when explicitly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Introduce the small skydiver model. The equations are simple enough to inspect, but the software contract is representative: explicit inputs, documented units, validation, and predictable relationships.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Show the default_exp and export directives in the notebook, then run nbdev-export. This material uses nbdev 3, with configuration in pyproject.toml and hyphenated commands. The generated module is committed so unexpected changes are reviewable.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the tree as a navigation contract. A new collaborator should be able to identify the source notebook, exported module, entry point, tests, packaging metadata, and instructions without asking the author.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 Main live demonstration.</a:t>
            </a:r>
          </a:p>
          <a:p xmlns:a="http://schemas.openxmlformats.org/drawingml/2006/main">
            <a:r>
              <a:t/>
            </a:r>
          </a:p>
          <a:p xmlns:a="http://schemas.openxmlformats.org/drawingml/2006/main">
            <a:r>
              <a:t>Create or activate the environment, install the project, run nbdev-export, run pytest, and invoke the CLI. The expected output is on the slide so the audience can follow even if the live terminal is hard to read. If export fails, use the committed generated module and continue.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Tests should protect known values, invariants, relationships, boundaries, and interfaces. Use the historical gravity mismatch as a teaching example: prose said 9.81 while one old code cell used 20. A known-value test makes the discrepancy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GitHub Actions starts from a clean checkout and runs the same documented commands. Show resources/github-actions-test.yml. The diagram represents iteration; the text above it shows the release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Explain what a wheel is: an installable, versioned Python artifact. The important practice is to build it after tests and promote the same artifact rather than rebuilding or copying loose files at each destination.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A container records the operating-system-level runtime around the package. It improves portability but does not prove scientific correctness. Build images locally or in CI, publish them, and pull them onto the cluster.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The stable entry point is the thread through the workflow. Environment and configuration change across destinations, but the calculation should not be rewritten for each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Show one SLURM template without submitting it. The scheduler owns resources. Request account, partition or QOS, time, memory, CPUs, and GPUs. Use --nv only for an allocated NVIDIA GPU. The tutorial itself is CPU-only. Check current SDSC documentation because policies and module names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Define MLOps without the marketing language: package, test, build, deploy, observe, and feed the evidence back into the next experiment. For research software, the artifact may be a wheel and batch container rather than an online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Return to Milena. Her model did not need to change; the surrounding workflow did. Close with the sentence: reproducibility is a workflow, not a copy of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minutes for questions, then 20 minutes for the tutorial.</a:t>
            </a:r>
          </a:p>
          <a:p xmlns:a="http://schemas.openxmlformats.org/drawingml/2006/main">
            <a:r>
              <a:t/>
            </a:r>
          </a:p>
          <a:p xmlns:a="http://schemas.openxmlformats.org/drawingml/2006/main">
            <a:r>
              <a:t>Handoff to the facilitator and point participants to tutorial/README.md. The exercise is narrow by design: export the package, run six tests, and invoke the CLI. Finish with the question shown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ceb0882dc04927" /><Relationship Type="http://schemas.openxmlformats.org/officeDocument/2006/relationships/image" Target="/ppt/media/image.jpeg" Id="Rb516cef33da0435c" /><Relationship Type="http://schemas.openxmlformats.org/officeDocument/2006/relationships/image" Target="/ppt/media/image3.png" Id="Ra61dfd3469144f4f" /><Relationship Type="http://schemas.openxmlformats.org/officeDocument/2006/relationships/image" Target="/ppt/media/image4.png" Id="R6d1e4271328b44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075f3765e94be5" /><Relationship Type="http://schemas.openxmlformats.org/officeDocument/2006/relationships/image" Target="/ppt/media/image.jpeg" Id="R77a69d43cd0c48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b6b557831244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5c84aa68264a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ac8ab9fb0844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9490b69e17460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38f31509685425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bb49c249a50447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fa13f16f2b54a9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8af423c9d7646b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03f757f074c405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34fe4a2785a7447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ebbd72cafdc9410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7431c8ffcb140b9"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d6f559a51d134d9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e1293c866af74ad1"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9188e1fc006642b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9277778c3b1646b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f11da90d70af497e"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20d5d712895f42a8"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03a38641e4bf4dca"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ffbdbda05be84b1e"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fa0ea627bd784f52" /></Relationships>
</file>

<file path=ppt/slideLayouts/slideLayout1.xml><?xml version="1.0" encoding="utf-8"?>
<p:sldLayout xmlns:p="http://schemas.openxmlformats.org/presentationml/2006/main" preserve="1" userDrawn="1">
  <p:cSld name="1_Title Slide">
    <p:spTree>
      <p:nvGrpSpPr>
        <p:cNvPr id="1" name=""/>
        <p:cNvGrpSpPr/>
        <p:nvPr/>
      </p:nvGrpSpPr>
      <p:grpSpPr>
        <a:xfrm xmlns:a="http://schemas.openxmlformats.org/drawingml/2006/main"/>
      </p:grpSpPr>
      <p:pic>
        <p:nvPicPr>
          <p:cNvPr id="17" name="Picture Placeholder 7"/>
          <p:cNvPicPr>
            <a:picLocks xmlns:a="http://schemas.openxmlformats.org/drawingml/2006/main" noChangeAspect="1"/>
          </p:cNvPicPr>
          <p:nvPr/>
        </p:nvPicPr>
        <p:blipFill rotWithShape="1">
          <a:blip xmlns:r="http://schemas.openxmlformats.org/officeDocument/2006/relationships" xmlns:a="http://schemas.openxmlformats.org/drawingml/2006/main" r:embed="Rb516cef33da0435c"/>
          <a:srcRect xmlns:a="http://schemas.openxmlformats.org/drawingml/2006/main" l="0" t="0" r="0" b="122"/>
          <a:stretch xmlns:a="http://schemas.openxmlformats.org/drawingml/2006/main"/>
        </p:blipFill>
        <p:spPr>
          <a:xfrm xmlns:a="http://schemas.openxmlformats.org/drawingml/2006/main">
            <a:off x="-7890" y="3976"/>
            <a:ext cx="12199890" cy="6854024"/>
          </a:xfrm>
          <a:prstGeom xmlns:a="http://schemas.openxmlformats.org/drawingml/2006/main" prst="rect">
            <a:avLst/>
          </a:prstGeom>
        </p:spPr>
      </p:pic>
      <p:pic>
        <p:nvPicPr>
          <p:cNvPr id="18" name="Picture 6"/>
          <p:cNvPicPr>
            <a:picLocks xmlns:a="http://schemas.openxmlformats.org/drawingml/2006/main" noChangeAspect="1"/>
          </p:cNvPicPr>
          <p:nvPr/>
        </p:nvPicPr>
        <p:blipFill>
          <a:blip xmlns:r="http://schemas.openxmlformats.org/officeDocument/2006/relationships" xmlns:a="http://schemas.openxmlformats.org/drawingml/2006/main" r:embed="Ra61dfd3469144f4f"/>
          <a:stretch xmlns:a="http://schemas.openxmlformats.org/drawingml/2006/main">
            <a:fillRect l="0" t="0" r="0" b="0"/>
          </a:stretch>
        </p:blipFill>
        <p:spPr>
          <a:xfrm xmlns:a="http://schemas.openxmlformats.org/drawingml/2006/main">
            <a:off x="9814703" y="5486400"/>
            <a:ext cx="1713584" cy="424411"/>
          </a:xfrm>
          <a:prstGeom xmlns:a="http://schemas.openxmlformats.org/drawingml/2006/main" prst="rect">
            <a:avLst/>
          </a:prstGeom>
        </p:spPr>
      </p:pic>
      <p:pic>
        <p:nvPicPr>
          <p:cNvPr id="19" name="Picture 7"/>
          <p:cNvPicPr>
            <a:picLocks xmlns:a="http://schemas.openxmlformats.org/drawingml/2006/main" noChangeAspect="1"/>
          </p:cNvPicPr>
          <p:nvPr/>
        </p:nvPicPr>
        <p:blipFill>
          <a:blip xmlns:r="http://schemas.openxmlformats.org/officeDocument/2006/relationships" xmlns:a="http://schemas.openxmlformats.org/drawingml/2006/main" r:embed="R6d1e4271328b4407"/>
          <a:stretch xmlns:a="http://schemas.openxmlformats.org/drawingml/2006/main">
            <a:fillRect l="0" t="0" r="0" b="0"/>
          </a:stretch>
        </p:blipFill>
        <p:spPr>
          <a:xfrm xmlns:a="http://schemas.openxmlformats.org/drawingml/2006/main">
            <a:off x="9814703" y="6159139"/>
            <a:ext cx="1692802" cy="315507"/>
          </a:xfrm>
          <a:prstGeom xmlns:a="http://schemas.openxmlformats.org/drawingml/2006/main" prst="rect">
            <a:avLst/>
          </a:prstGeom>
        </p:spPr>
      </p:pic>
      <p:sp>
        <p:nvSpPr>
          <p:cNvPr id="12" name="Title 11">
            <a:extLst xmlns:a="http://schemas.openxmlformats.org/drawingml/2006/main">
              <a:ext uri="{FF2B5EF4-FFF2-40B4-BE49-F238E27FC236}">
                <a16:creationId xmlns:a16="http://schemas.microsoft.com/office/drawing/2014/main" id="{D035AD2F-883B-4B26-98D7-735F80E022A0}"/>
              </a:ext>
            </a:extLst>
          </p:cNvPr>
          <p:cNvSpPr>
            <a:spLocks xmlns:a="http://schemas.openxmlformats.org/drawingml/2006/main" noGrp="1"/>
          </p:cNvSpPr>
          <p:nvPr>
            <p:ph type="title" idx="0"/>
          </p:nvPr>
        </p:nvSpPr>
        <p:spPr>
          <a:xfrm xmlns:a="http://schemas.openxmlformats.org/drawingml/2006/main">
            <a:off x="609600" y="2286000"/>
            <a:ext cx="8226287" cy="1362092"/>
          </a:xfrm>
        </p:spPr>
        <p:txBody>
          <a:bodyPr xmlns:a="http://schemas.openxmlformats.org/drawingml/2006/main">
            <a:noAutofit/>
          </a:bodyPr>
          <a:lstStyle xmlns:a="http://schemas.openxmlformats.org/drawingml/2006/main">
            <a:lvl1pPr>
              <a:lnSpc>
                <a:spcPct val="70000"/>
              </a:lnSpc>
              <a:spcBef>
                <a:spcPts val="0"/>
              </a:spcBef>
              <a:buNone/>
              <a:defRPr sz="8800">
                <a:solidFill>
                  <a:schemeClr val="bg1"/>
                </a:solidFill>
              </a:defRPr>
            </a:lvl1pPr>
          </a:lstStyle>
          <a:p xmlns:a="http://schemas.openxmlformats.org/drawingml/2006/main">
            <a:r>
              <a:t>Click to edit Master title style</a:t>
            </a:r>
          </a:p>
        </p:txBody>
      </p:sp>
      <p:sp>
        <p:nvSpPr>
          <p:cNvPr id="13" name="Subtitle 2">
            <a:extLst xmlns:a="http://schemas.openxmlformats.org/drawingml/2006/main">
              <a:ext uri="{FF2B5EF4-FFF2-40B4-BE49-F238E27FC236}">
                <a16:creationId xmlns:a16="http://schemas.microsoft.com/office/drawing/2014/main" id="{B62BA524-9261-495E-AD35-9CBA7C2EACC5}"/>
              </a:ext>
            </a:extLst>
          </p:cNvPr>
          <p:cNvSpPr>
            <a:spLocks xmlns:a="http://schemas.openxmlformats.org/drawingml/2006/main" noGrp="1"/>
          </p:cNvSpPr>
          <p:nvPr>
            <p:ph type="subTitle" idx="1"/>
          </p:nvPr>
        </p:nvSpPr>
        <p:spPr>
          <a:xfrm xmlns:a="http://schemas.openxmlformats.org/drawingml/2006/main">
            <a:off x="609599" y="4015582"/>
            <a:ext cx="8226287" cy="851710"/>
          </a:xfrm>
        </p:spPr>
        <p:txBody>
          <a:bodyPr xmlns:a="http://schemas.openxmlformats.org/drawingml/2006/main">
            <a:normAutofit/>
          </a:bodyPr>
          <a:lstStyle xmlns:a="http://schemas.openxmlformats.org/drawingml/2006/main">
            <a:lvl1pPr marL="18288" indent="0" algn="l">
              <a:spcBef>
                <a:spcPts val="100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pic>
        <p:nvPicPr>
          <p:cNvPr id="5" name="Picture Placeholder 7"/>
          <p:cNvPicPr>
            <a:picLocks xmlns:a="http://schemas.openxmlformats.org/drawingml/2006/main" noChangeAspect="1"/>
          </p:cNvPicPr>
          <p:nvPr/>
        </p:nvPicPr>
        <p:blipFill rotWithShape="1">
          <a:blip xmlns:r="http://schemas.openxmlformats.org/officeDocument/2006/relationships" xmlns:a="http://schemas.openxmlformats.org/drawingml/2006/main" r:embed="R77a69d43cd0c48c3"/>
          <a:srcRect xmlns:a="http://schemas.openxmlformats.org/drawingml/2006/main" l="0" t="0" r="0" b="122"/>
          <a:stretch xmlns:a="http://schemas.openxmlformats.org/drawingml/2006/main"/>
        </p:blipFill>
        <p:spPr>
          <a:xfrm xmlns:a="http://schemas.openxmlformats.org/drawingml/2006/main">
            <a:off x="-7890" y="3976"/>
            <a:ext cx="12199890" cy="6854024"/>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5ED6686-8675-40C5-8BC7-3D3D82233E99}"/>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lnSpc>
                <a:spcPct val="70000"/>
              </a:lnSpc>
              <a:buNone/>
              <a:defRPr sz="8800">
                <a:solidFill>
                  <a:schemeClr val="bg1"/>
                </a:solidFill>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CF08563-6F19-42F8-8F35-A575ED944B28}"/>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normAutofit/>
          </a:bodyPr>
          <a:lstStyle xmlns:a="http://schemas.openxmlformats.org/drawingml/2006/main">
            <a:lvl1pPr marL="0" indent="0" algn="ctr">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B90928-E995-4C3D-B8BD-712B36EEF67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solidFill>
                  <a:schemeClr val="tx2"/>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59188EA-8400-4741-88C6-5E66971AF1AE}"/>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Click to edit Master text styles</a:t>
            </a:r>
          </a:p>
        </p:txBody>
      </p:sp>
    </p:spTree>
  </p:cSld>
</p:sldLayout>
</file>

<file path=ppt/slideLayouts/slideLayout4.xml><?xml version="1.0" encoding="utf-8"?>
<p:sldLayout xmlns:p="http://schemas.openxmlformats.org/presentationml/2006/main" type="secHead" preserve="1">
  <p:cSld name="Section Header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077FAF-E148-46F2-8AF1-4AEC76F5C9A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solidFill>
                  <a:schemeClr val="tx2"/>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5FD9B68-D2D0-45F8-9DB6-72813AB72CF3}"/>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a:buNone/>
            </a:pPr>
            <a:r>
              <a:t>Click to edit Master text styles</a:t>
            </a:r>
          </a:p>
        </p:txBody>
      </p:sp>
    </p:spTree>
  </p:cSld>
</p:sldLayout>
</file>

<file path=ppt/slideLayouts/slideLayout5.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987B4E-929E-454C-B9B8-BCDEB18BB1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2A10D7-3531-46C0-B45F-85B7B5CEA545}"/>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None/>
              <a:defRPr/>
            </a:lvl1pPr>
            <a:lvl2pPr>
              <a:buNone/>
              <a:defRPr/>
            </a:lvl2pPr>
          </a:lstStyle>
          <a:p xmlns:a="http://schemas.openxmlformats.org/drawingml/2006/main">
            <a:pPr>
              <a:buNone/>
            </a:pPr>
            <a:r>
              <a:t>Click to edit Master text styles</a:t>
            </a:r>
          </a:p>
          <a:p xmlns:a="http://schemas.openxmlformats.org/drawingml/2006/main">
            <a:pPr>
              <a:buNone/>
            </a:pPr>
            <a:r>
              <a:t>Second level</a:t>
            </a:r>
          </a:p>
        </p:txBody>
      </p:sp>
    </p:spTree>
  </p:cSld>
</p:sldLayout>
</file>

<file path=ppt/slideLayouts/slideLayout6.xml><?xml version="1.0" encoding="utf-8"?>
<p:sldLayout xmlns:p="http://schemas.openxmlformats.org/presentationml/2006/main" type="obj" preserve="1">
  <p:cSld name="Title and Content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071FB2-599D-4CA6-8685-B403E649F5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9D9B760-EC29-4A85-B30C-6A44C29D0C1E}"/>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Clr>
                <a:schemeClr val="tx1"/>
              </a:buClr>
              <a:buNone/>
              <a:defRPr>
                <a:solidFill>
                  <a:schemeClr val="tx1"/>
                </a:solidFill>
              </a:defRPr>
            </a:lvl1pPr>
            <a:lvl2pPr>
              <a:buClr>
                <a:schemeClr val="tx1"/>
              </a:buClr>
              <a:buNone/>
              <a:defRPr>
                <a:solidFill>
                  <a:schemeClr val="tx1"/>
                </a:solidFill>
              </a:defRPr>
            </a:lvl2pPr>
            <a:lvl3pPr>
              <a:buClr>
                <a:schemeClr val="tx1"/>
              </a:buClr>
              <a:buNone/>
              <a:defRPr>
                <a:solidFill>
                  <a:schemeClr val="tx1"/>
                </a:solidFill>
              </a:defRPr>
            </a:lvl3pPr>
            <a:lvl4pPr>
              <a:buNone/>
              <a:defRPr>
                <a:solidFill>
                  <a:schemeClr val="tx1"/>
                </a:solidFill>
              </a:defRPr>
            </a:lvl4pPr>
          </a:lstStyle>
          <a:p xmlns:a="http://schemas.openxmlformats.org/drawingml/2006/main">
            <a:pPr>
              <a:buNone/>
            </a:pPr>
            <a:r>
              <a:t>Click to edit Master text styles</a:t>
            </a:r>
          </a:p>
          <a:p xmlns:a="http://schemas.openxmlformats.org/drawingml/2006/main">
            <a:pPr>
              <a:buNone/>
            </a:pPr>
            <a:r>
              <a:t>Second level</a:t>
            </a:r>
          </a:p>
        </p:txBody>
      </p:sp>
    </p:spTree>
  </p:cSld>
</p:sldLayout>
</file>

<file path=ppt/slideLayouts/slideLayout7.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93886E-F0B9-444C-9821-C77828B8F02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65AC9AB-9AEF-4D6D-89DE-8C7D359BE7ED}"/>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lvl1pPr>
              <a:buNone/>
              <a:defRPr/>
            </a:lvl1pPr>
            <a:lvl2pPr>
              <a:buNone/>
              <a:defRPr/>
            </a:lvl2pPr>
          </a:lstStyle>
          <a:p xmlns:a="http://schemas.openxmlformats.org/drawingml/2006/main">
            <a:pPr>
              <a:buNone/>
            </a:pPr>
            <a:r>
              <a:t>Click to edit Master text styles</a:t>
            </a:r>
          </a:p>
          <a:p xmlns:a="http://schemas.openxmlformats.org/drawingml/2006/main">
            <a:pPr>
              <a:buNone/>
            </a:pPr>
            <a:r>
              <a:t>Second level</a:t>
            </a:r>
          </a:p>
        </p:txBody>
      </p:sp>
      <p:sp>
        <p:nvSpPr>
          <p:cNvPr id="4" name="Content Placeholder 3">
            <a:extLst xmlns:a="http://schemas.openxmlformats.org/drawingml/2006/main">
              <a:ext uri="{FF2B5EF4-FFF2-40B4-BE49-F238E27FC236}">
                <a16:creationId xmlns:a16="http://schemas.microsoft.com/office/drawing/2014/main" id="{73FCA995-A08C-4115-88D1-A4673660BC38}"/>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lvl1pPr>
              <a:buNone/>
              <a:defRPr/>
            </a:lvl1pPr>
            <a:lvl2pPr>
              <a:buNone/>
              <a:defRPr/>
            </a:lvl2pPr>
          </a:lstStyle>
          <a:p xmlns:a="http://schemas.openxmlformats.org/drawingml/2006/main">
            <a:pPr>
              <a:buNone/>
            </a:pPr>
            <a:r>
              <a:t>Click to edit Master text styles</a:t>
            </a:r>
          </a:p>
          <a:p xmlns:a="http://schemas.openxmlformats.org/drawingml/2006/main">
            <a:pPr>
              <a:buNone/>
            </a:pPr>
            <a:r>
              <a:t>Second level</a:t>
            </a:r>
          </a:p>
        </p:txBody>
      </p:sp>
    </p:spTree>
  </p:cSld>
</p:sldLayout>
</file>

<file path=ppt/slideLayouts/slideLayout8.xml><?xml version="1.0" encoding="utf-8"?>
<p:sldLayout xmlns:p="http://schemas.openxmlformats.org/presentationml/2006/main" type="twoObj" preserve="1">
  <p:cSld name="Two Content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3CC539-07E3-49BB-A5E3-718BE0CC77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40AFC4C-2C35-4755-9B6E-DAFF29895998}"/>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lvl1pPr>
              <a:buClr>
                <a:schemeClr val="tx1"/>
              </a:buClr>
              <a:buNone/>
              <a:defRPr/>
            </a:lvl1pPr>
            <a:lvl2pPr>
              <a:buClr>
                <a:schemeClr val="tx1"/>
              </a:buClr>
              <a:buNone/>
              <a:defRPr/>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
        <p:nvSpPr>
          <p:cNvPr id="4" name="Content Placeholder 3">
            <a:extLst xmlns:a="http://schemas.openxmlformats.org/drawingml/2006/main">
              <a:ext uri="{FF2B5EF4-FFF2-40B4-BE49-F238E27FC236}">
                <a16:creationId xmlns:a16="http://schemas.microsoft.com/office/drawing/2014/main" id="{FD7B4FA6-291E-4DDA-8C87-8D3152E64AAD}"/>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lvl1pPr>
              <a:buClr>
                <a:schemeClr val="tx1"/>
              </a:buClr>
              <a:buNone/>
              <a:defRPr/>
            </a:lvl1pPr>
            <a:lvl2pPr>
              <a:buClr>
                <a:schemeClr val="tx1"/>
              </a:buClr>
              <a:buNone/>
              <a:defRPr/>
            </a:lvl2pPr>
            <a:lvl3pPr marL="914400" indent="0">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Tree>
  </p:cSld>
</p:sldLayout>
</file>

<file path=ppt/slideLayouts/slideLayout9.xml><?xml version="1.0" encoding="utf-8"?>
<p:sldLayout xmlns:p="http://schemas.openxmlformats.org/presentationml/2006/main" type="twoTxTwoObj" preserve="1">
  <p:cSld name="Comparison">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055B42-A050-415D-A2F3-ACB64AD610D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E355128-330C-4B49-B5B8-769BC307162C}"/>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573A473-4DDA-49D4-8C11-A58CC463A4F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normAutofit/>
          </a:bodyPr>
          <a:lstStyle xmlns:a="http://schemas.openxmlformats.org/drawingml/2006/main">
            <a:lvl1pPr>
              <a:buClr>
                <a:schemeClr val="tx1"/>
              </a:buClr>
              <a:buNone/>
              <a:defRPr sz="2400"/>
            </a:lvl1pPr>
            <a:lvl2pPr>
              <a:buClr>
                <a:schemeClr val="tx1"/>
              </a:buClr>
              <a:buNone/>
              <a:defRPr sz="2000"/>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
        <p:nvSpPr>
          <p:cNvPr id="5" name="Text Placeholder 4">
            <a:extLst xmlns:a="http://schemas.openxmlformats.org/drawingml/2006/main">
              <a:ext uri="{FF2B5EF4-FFF2-40B4-BE49-F238E27FC236}">
                <a16:creationId xmlns:a16="http://schemas.microsoft.com/office/drawing/2014/main" id="{D059169C-B99C-4324-AC91-8E36018E320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851AB7C-368D-4E71-A1F2-58E0F5FA210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normAutofit/>
          </a:bodyPr>
          <a:lstStyle xmlns:a="http://schemas.openxmlformats.org/drawingml/2006/main">
            <a:lvl1pPr>
              <a:buClr>
                <a:schemeClr val="tx1"/>
              </a:buClr>
              <a:buNone/>
              <a:defRPr sz="2400"/>
            </a:lvl1pPr>
            <a:lvl2pPr>
              <a:buClr>
                <a:schemeClr val="tx1"/>
              </a:buClr>
              <a:buNone/>
              <a:defRPr sz="2000"/>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Tree>
  </p:cSld>
</p:sldLayout>
</file>

<file path=ppt/slideLayouts/slideLayout10.xml><?xml version="1.0" encoding="utf-8"?>
<p:sldLayout xmlns:p="http://schemas.openxmlformats.org/presentationml/2006/main" type="twoTxTwoObj" preserve="1">
  <p:cSld name="Comparison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06425F-0551-4B59-AA7D-B7EA27811E0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73B40C7-6C34-4FC0-B5A3-B0C1D665C0B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71C67D3-21B6-4E30-9CDD-A92D86138889}"/>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normAutofit/>
          </a:bodyPr>
          <a:lstStyle xmlns:a="http://schemas.openxmlformats.org/drawingml/2006/main">
            <a:lvl1pPr>
              <a:buClr>
                <a:schemeClr val="tx1"/>
              </a:buClr>
              <a:buNone/>
              <a:defRPr sz="2400"/>
            </a:lvl1pPr>
            <a:lvl2pPr>
              <a:buClr>
                <a:schemeClr val="tx1"/>
              </a:buClr>
              <a:buNone/>
              <a:defRPr sz="2000"/>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
        <p:nvSpPr>
          <p:cNvPr id="5" name="Text Placeholder 4">
            <a:extLst xmlns:a="http://schemas.openxmlformats.org/drawingml/2006/main">
              <a:ext uri="{FF2B5EF4-FFF2-40B4-BE49-F238E27FC236}">
                <a16:creationId xmlns:a16="http://schemas.microsoft.com/office/drawing/2014/main" id="{4365CE30-3F6D-4E3A-A166-5B1D54826928}"/>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6F4E70A-23D7-4E16-B815-3481FDED2CEB}"/>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normAutofit/>
          </a:bodyPr>
          <a:lstStyle xmlns:a="http://schemas.openxmlformats.org/drawingml/2006/main">
            <a:lvl1pPr>
              <a:buClr>
                <a:schemeClr val="tx1"/>
              </a:buClr>
              <a:buNone/>
              <a:defRPr sz="2400"/>
            </a:lvl1pPr>
            <a:lvl2pPr>
              <a:buClr>
                <a:schemeClr val="tx1"/>
              </a:buClr>
              <a:buNone/>
              <a:defRPr sz="2000"/>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Tree>
  </p:cSld>
</p:sldLayout>
</file>

<file path=ppt/slideLayouts/slideLayout11.xml><?xml version="1.0" encoding="utf-8"?>
<p:sldLayout xmlns:p="http://schemas.openxmlformats.org/presentationml/2006/main" type="twoObj" preserve="1">
  <p:cSld name="Image right + copy">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EE2AE8-73FB-43AC-B09C-98606F4FA3E9}"/>
              </a:ext>
            </a:extLst>
          </p:cNvPr>
          <p:cNvSpPr>
            <a:spLocks xmlns:a="http://schemas.openxmlformats.org/drawingml/2006/main" noGrp="1"/>
          </p:cNvSpPr>
          <p:nvPr>
            <p:ph type="title" idx="0"/>
          </p:nvPr>
        </p:nvSpPr>
        <p:spPr>
          <a:xfrm xmlns:a="http://schemas.openxmlformats.org/drawingml/2006/main">
            <a:off x="838200" y="365125"/>
            <a:ext cx="5181600" cy="1325563"/>
          </a:xfrm>
        </p:spPr>
        <p:txBody>
          <a:bodyPr xmlns:a="http://schemas.openxmlformats.org/drawingml/2006/main">
            <a:noAutofit/>
          </a:bodyPr>
          <a:lstStyle xmlns:a="http://schemas.openxmlformats.org/drawingml/2006/main">
            <a:lvl1pPr>
              <a:buNone/>
              <a:defRPr sz="5000">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39A95BD-7573-430F-AE2D-F2579EECF39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lvl1pPr>
              <a:buClr>
                <a:schemeClr val="tx1"/>
              </a:buClr>
              <a:buNone/>
              <a:defRPr/>
            </a:lvl1pPr>
            <a:lvl2pPr>
              <a:buClr>
                <a:schemeClr val="tx1"/>
              </a:buClr>
              <a:buNone/>
              <a:defRPr/>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
        <p:nvSpPr>
          <p:cNvPr id="4" name="Content Placeholder 3">
            <a:extLst xmlns:a="http://schemas.openxmlformats.org/drawingml/2006/main">
              <a:ext uri="{FF2B5EF4-FFF2-40B4-BE49-F238E27FC236}">
                <a16:creationId xmlns:a16="http://schemas.microsoft.com/office/drawing/2014/main" id="{1F630E7B-1A96-474D-98E4-57C240129600}"/>
              </a:ext>
            </a:extLst>
          </p:cNvPr>
          <p:cNvSpPr>
            <a:spLocks xmlns:a="http://schemas.openxmlformats.org/drawingml/2006/main" noGrp="1"/>
          </p:cNvSpPr>
          <p:nvPr>
            <p:ph idx="2" hasCustomPrompt="1"/>
          </p:nvPr>
        </p:nvSpPr>
        <p:spPr>
          <a:xfrm xmlns:a="http://schemas.openxmlformats.org/drawingml/2006/main">
            <a:off x="6400800" y="0"/>
            <a:ext cx="5791200" cy="6355080"/>
          </a:xfrm>
        </p:spPr>
        <p:txBody>
          <a:bodyPr xmlns:a="http://schemas.openxmlformats.org/drawingml/2006/main"/>
          <a:lstStyle xmlns:a="http://schemas.openxmlformats.org/drawingml/2006/main">
            <a:lvl1pPr marL="0" indent="0">
              <a:buClr>
                <a:schemeClr val="tx1"/>
              </a:buClr>
              <a:buNone/>
              <a:defRPr/>
            </a:lvl1pPr>
            <a:lvl2pPr marL="457200" indent="0">
              <a:buClr>
                <a:schemeClr val="tx1"/>
              </a:buClr>
              <a:buNone/>
              <a:defRPr/>
            </a:lvl2pPr>
            <a:lvl3pPr marL="914400" indent="0">
              <a:buClr>
                <a:schemeClr val="tx1"/>
              </a:buClr>
              <a:buNone/>
              <a:defRPr/>
            </a:lvl3pPr>
            <a:lvl4pPr marL="1371600" indent="0">
              <a:buNone/>
              <a:defRPr/>
            </a:lvl4pPr>
            <a:lvl5pPr marL="1828800" indent="0">
              <a:buNone/>
              <a:defRPr/>
            </a:lvl5pPr>
          </a:lstStyle>
          <a:p xmlns:a="http://schemas.openxmlformats.org/drawingml/2006/main">
            <a:pPr>
              <a:buNone/>
            </a:pPr>
            <a:r>
              <a:t>Click icon to add picture</a:t>
            </a:r>
          </a:p>
        </p:txBody>
      </p:sp>
    </p:spTree>
  </p:cSld>
</p:sldLayout>
</file>

<file path=ppt/slideLayouts/slideLayout12.xml><?xml version="1.0" encoding="utf-8"?>
<p:sldLayout xmlns:p="http://schemas.openxmlformats.org/presentationml/2006/main" type="twoObj" preserve="1">
  <p:cSld name="Image right + copy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603E37-E2DF-4799-9812-D7CDA6EA7809}"/>
              </a:ext>
            </a:extLst>
          </p:cNvPr>
          <p:cNvSpPr>
            <a:spLocks xmlns:a="http://schemas.openxmlformats.org/drawingml/2006/main" noGrp="1"/>
          </p:cNvSpPr>
          <p:nvPr>
            <p:ph type="title" idx="0"/>
          </p:nvPr>
        </p:nvSpPr>
        <p:spPr>
          <a:xfrm xmlns:a="http://schemas.openxmlformats.org/drawingml/2006/main">
            <a:off x="838200" y="365125"/>
            <a:ext cx="5181600" cy="1325563"/>
          </a:xfrm>
        </p:spPr>
        <p:txBody>
          <a:bodyPr xmlns:a="http://schemas.openxmlformats.org/drawingml/2006/main">
            <a:noAutofit/>
          </a:bodyPr>
          <a:lstStyle xmlns:a="http://schemas.openxmlformats.org/drawingml/2006/main">
            <a:lvl1pPr>
              <a:buNone/>
              <a:defRPr sz="5000">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0CAF576-F550-44B6-A11E-F9A0AFD29C9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lvl1pPr>
              <a:buClr>
                <a:schemeClr val="tx1"/>
              </a:buClr>
              <a:buNone/>
              <a:defRPr/>
            </a:lvl1pPr>
            <a:lvl2pPr>
              <a:buClr>
                <a:schemeClr val="tx1"/>
              </a:buClr>
              <a:buNone/>
              <a:defRPr/>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
        <p:nvSpPr>
          <p:cNvPr id="4" name="Content Placeholder 3">
            <a:extLst xmlns:a="http://schemas.openxmlformats.org/drawingml/2006/main">
              <a:ext uri="{FF2B5EF4-FFF2-40B4-BE49-F238E27FC236}">
                <a16:creationId xmlns:a16="http://schemas.microsoft.com/office/drawing/2014/main" id="{B9B54BA2-ABF6-4382-88BA-EF0E665497FC}"/>
              </a:ext>
            </a:extLst>
          </p:cNvPr>
          <p:cNvSpPr>
            <a:spLocks xmlns:a="http://schemas.openxmlformats.org/drawingml/2006/main" noGrp="1"/>
          </p:cNvSpPr>
          <p:nvPr>
            <p:ph idx="2" hasCustomPrompt="1"/>
          </p:nvPr>
        </p:nvSpPr>
        <p:spPr>
          <a:xfrm xmlns:a="http://schemas.openxmlformats.org/drawingml/2006/main">
            <a:off x="6400800" y="0"/>
            <a:ext cx="5791200" cy="6355080"/>
          </a:xfrm>
        </p:spPr>
        <p:txBody>
          <a:bodyPr xmlns:a="http://schemas.openxmlformats.org/drawingml/2006/main"/>
          <a:lstStyle xmlns:a="http://schemas.openxmlformats.org/drawingml/2006/main">
            <a:lvl1pPr marL="0" indent="0">
              <a:buClr>
                <a:schemeClr val="tx1"/>
              </a:buClr>
              <a:buNone/>
              <a:defRPr/>
            </a:lvl1pPr>
            <a:lvl2pPr marL="457200" indent="0">
              <a:buClr>
                <a:schemeClr val="tx1"/>
              </a:buClr>
              <a:buNone/>
              <a:defRPr/>
            </a:lvl2pPr>
            <a:lvl3pPr marL="914400" indent="0">
              <a:buClr>
                <a:schemeClr val="tx1"/>
              </a:buClr>
              <a:buNone/>
              <a:defRPr/>
            </a:lvl3pPr>
            <a:lvl4pPr marL="1371600" indent="0">
              <a:buNone/>
              <a:defRPr/>
            </a:lvl4pPr>
            <a:lvl5pPr marL="1828800" indent="0">
              <a:buNone/>
              <a:defRPr/>
            </a:lvl5pPr>
          </a:lstStyle>
          <a:p xmlns:a="http://schemas.openxmlformats.org/drawingml/2006/main">
            <a:pPr>
              <a:buNone/>
            </a:pPr>
            <a:r>
              <a:t>Click icon to add picture</a:t>
            </a:r>
          </a:p>
        </p:txBody>
      </p:sp>
    </p:spTree>
  </p:cSld>
</p:sldLayout>
</file>

<file path=ppt/slideLayouts/slideLayout13.xml><?xml version="1.0" encoding="utf-8"?>
<p:sldLayout xmlns:p="http://schemas.openxmlformats.org/presentationml/2006/main" type="twoObj" preserve="1">
  <p:cSld name="Image left + copy">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A30400-8088-4407-B086-15F69ADCF0B6}"/>
              </a:ext>
            </a:extLst>
          </p:cNvPr>
          <p:cNvSpPr>
            <a:spLocks xmlns:a="http://schemas.openxmlformats.org/drawingml/2006/main" noGrp="1"/>
          </p:cNvSpPr>
          <p:nvPr>
            <p:ph type="title" idx="0"/>
          </p:nvPr>
        </p:nvSpPr>
        <p:spPr>
          <a:xfrm xmlns:a="http://schemas.openxmlformats.org/drawingml/2006/main">
            <a:off x="6248400" y="365125"/>
            <a:ext cx="5181600" cy="1325563"/>
          </a:xfrm>
        </p:spPr>
        <p:txBody>
          <a:bodyPr xmlns:a="http://schemas.openxmlformats.org/drawingml/2006/main">
            <a:noAutofit/>
          </a:bodyPr>
          <a:lstStyle xmlns:a="http://schemas.openxmlformats.org/drawingml/2006/main">
            <a:lvl1pPr>
              <a:buNone/>
              <a:defRPr sz="5000">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17571A0-F9B6-4794-8D7A-96F25D820F3D}"/>
              </a:ext>
            </a:extLst>
          </p:cNvPr>
          <p:cNvSpPr>
            <a:spLocks xmlns:a="http://schemas.openxmlformats.org/drawingml/2006/main" noGrp="1"/>
          </p:cNvSpPr>
          <p:nvPr>
            <p:ph idx="1"/>
          </p:nvPr>
        </p:nvSpPr>
        <p:spPr>
          <a:xfrm xmlns:a="http://schemas.openxmlformats.org/drawingml/2006/main">
            <a:off x="6248400" y="1825625"/>
            <a:ext cx="5181600" cy="4351338"/>
          </a:xfrm>
        </p:spPr>
        <p:txBody>
          <a:bodyPr xmlns:a="http://schemas.openxmlformats.org/drawingml/2006/main"/>
          <a:lstStyle xmlns:a="http://schemas.openxmlformats.org/drawingml/2006/main">
            <a:lvl1pPr>
              <a:buClr>
                <a:schemeClr val="tx1"/>
              </a:buClr>
              <a:buNone/>
              <a:defRPr/>
            </a:lvl1pPr>
            <a:lvl2pPr>
              <a:buClr>
                <a:schemeClr val="tx1"/>
              </a:buClr>
              <a:buNone/>
              <a:defRPr/>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
        <p:nvSpPr>
          <p:cNvPr id="4" name="Content Placeholder 3">
            <a:extLst xmlns:a="http://schemas.openxmlformats.org/drawingml/2006/main">
              <a:ext uri="{FF2B5EF4-FFF2-40B4-BE49-F238E27FC236}">
                <a16:creationId xmlns:a16="http://schemas.microsoft.com/office/drawing/2014/main" id="{D5FBC7E0-9165-4106-A20C-36463E8AEBF6}"/>
              </a:ext>
            </a:extLst>
          </p:cNvPr>
          <p:cNvSpPr>
            <a:spLocks xmlns:a="http://schemas.openxmlformats.org/drawingml/2006/main" noGrp="1"/>
          </p:cNvSpPr>
          <p:nvPr>
            <p:ph idx="2" hasCustomPrompt="1"/>
          </p:nvPr>
        </p:nvSpPr>
        <p:spPr>
          <a:xfrm xmlns:a="http://schemas.openxmlformats.org/drawingml/2006/main">
            <a:off x="0" y="0"/>
            <a:ext cx="5791200" cy="6355080"/>
          </a:xfrm>
        </p:spPr>
        <p:txBody>
          <a:bodyPr xmlns:a="http://schemas.openxmlformats.org/drawingml/2006/main"/>
          <a:lstStyle xmlns:a="http://schemas.openxmlformats.org/drawingml/2006/main">
            <a:lvl1pPr marL="0" indent="0">
              <a:buClr>
                <a:schemeClr val="tx1"/>
              </a:buClr>
              <a:buNone/>
              <a:defRPr/>
            </a:lvl1pPr>
            <a:lvl2pPr marL="457200" indent="0">
              <a:buClr>
                <a:schemeClr val="tx1"/>
              </a:buClr>
              <a:buNone/>
              <a:defRPr/>
            </a:lvl2pPr>
            <a:lvl3pPr marL="914400" indent="0">
              <a:buClr>
                <a:schemeClr val="tx1"/>
              </a:buClr>
              <a:buNone/>
              <a:defRPr/>
            </a:lvl3pPr>
            <a:lvl4pPr marL="1371600" indent="0">
              <a:buNone/>
              <a:defRPr/>
            </a:lvl4pPr>
            <a:lvl5pPr marL="1828800" indent="0">
              <a:buNone/>
              <a:defRPr/>
            </a:lvl5pPr>
          </a:lstStyle>
          <a:p xmlns:a="http://schemas.openxmlformats.org/drawingml/2006/main">
            <a:pPr>
              <a:buNone/>
            </a:pPr>
            <a:r>
              <a:t>Click icon to add picture</a:t>
            </a:r>
          </a:p>
        </p:txBody>
      </p:sp>
    </p:spTree>
  </p:cSld>
</p:sldLayout>
</file>

<file path=ppt/slideLayouts/slideLayout14.xml><?xml version="1.0" encoding="utf-8"?>
<p:sldLayout xmlns:p="http://schemas.openxmlformats.org/presentationml/2006/main" type="twoObj" preserve="1">
  <p:cSld name="Image left + copy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CDEBB8-901C-460B-9943-50BD26D8AA90}"/>
              </a:ext>
            </a:extLst>
          </p:cNvPr>
          <p:cNvSpPr>
            <a:spLocks xmlns:a="http://schemas.openxmlformats.org/drawingml/2006/main" noGrp="1"/>
          </p:cNvSpPr>
          <p:nvPr>
            <p:ph type="title" idx="0"/>
          </p:nvPr>
        </p:nvSpPr>
        <p:spPr>
          <a:xfrm xmlns:a="http://schemas.openxmlformats.org/drawingml/2006/main">
            <a:off x="6248400" y="365125"/>
            <a:ext cx="5181600" cy="1325563"/>
          </a:xfrm>
        </p:spPr>
        <p:txBody>
          <a:bodyPr xmlns:a="http://schemas.openxmlformats.org/drawingml/2006/main">
            <a:noAutofit/>
          </a:bodyPr>
          <a:lstStyle xmlns:a="http://schemas.openxmlformats.org/drawingml/2006/main">
            <a:lvl1pPr>
              <a:buNone/>
              <a:defRPr sz="5000">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78A8FF9-895B-4F82-9C98-804327CA1E4F}"/>
              </a:ext>
            </a:extLst>
          </p:cNvPr>
          <p:cNvSpPr>
            <a:spLocks xmlns:a="http://schemas.openxmlformats.org/drawingml/2006/main" noGrp="1"/>
          </p:cNvSpPr>
          <p:nvPr>
            <p:ph idx="1"/>
          </p:nvPr>
        </p:nvSpPr>
        <p:spPr>
          <a:xfrm xmlns:a="http://schemas.openxmlformats.org/drawingml/2006/main">
            <a:off x="6248400" y="1825625"/>
            <a:ext cx="5181600" cy="4351338"/>
          </a:xfrm>
        </p:spPr>
        <p:txBody>
          <a:bodyPr xmlns:a="http://schemas.openxmlformats.org/drawingml/2006/main"/>
          <a:lstStyle xmlns:a="http://schemas.openxmlformats.org/drawingml/2006/main">
            <a:lvl1pPr marL="228600" indent="-228600">
              <a:lnSpc>
                <a:spcPct val="90000"/>
              </a:lnSpc>
              <a:spcBef>
                <a:spcPts val="1000"/>
              </a:spcBef>
              <a:buClr>
                <a:schemeClr val="tx1"/>
              </a:buClr>
              <a:buNone/>
              <a:defRPr sz="2800"/>
            </a:lvl1pPr>
            <a:lvl2pPr marL="457200">
              <a:lnSpc>
                <a:spcPct val="90000"/>
              </a:lnSpc>
              <a:spcBef>
                <a:spcPts val="1000"/>
              </a:spcBef>
              <a:buClr>
                <a:schemeClr val="tx1"/>
              </a:buClr>
              <a:buNone/>
              <a:defRPr/>
            </a:lvl2pPr>
            <a:lvl3pPr>
              <a:buClr>
                <a:schemeClr val="tx1"/>
              </a:buClr>
              <a:buNone/>
              <a:defRPr/>
            </a:lvl3pPr>
          </a:lstStyle>
          <a:p xmlns:a="http://schemas.openxmlformats.org/drawingml/2006/main">
            <a:pPr>
              <a:buNone/>
            </a:pPr>
            <a:r>
              <a:t>Click to edit Master text styles</a:t>
            </a:r>
          </a:p>
          <a:p xmlns:a="http://schemas.openxmlformats.org/drawingml/2006/main">
            <a:pPr>
              <a:buNone/>
            </a:pPr>
            <a:r>
              <a:t>Second level</a:t>
            </a:r>
          </a:p>
        </p:txBody>
      </p:sp>
      <p:sp>
        <p:nvSpPr>
          <p:cNvPr id="4" name="Content Placeholder 3">
            <a:extLst xmlns:a="http://schemas.openxmlformats.org/drawingml/2006/main">
              <a:ext uri="{FF2B5EF4-FFF2-40B4-BE49-F238E27FC236}">
                <a16:creationId xmlns:a16="http://schemas.microsoft.com/office/drawing/2014/main" id="{3C04F307-784D-4833-A48B-B010895395F5}"/>
              </a:ext>
            </a:extLst>
          </p:cNvPr>
          <p:cNvSpPr>
            <a:spLocks xmlns:a="http://schemas.openxmlformats.org/drawingml/2006/main" noGrp="1"/>
          </p:cNvSpPr>
          <p:nvPr>
            <p:ph idx="2" hasCustomPrompt="1"/>
          </p:nvPr>
        </p:nvSpPr>
        <p:spPr>
          <a:xfrm xmlns:a="http://schemas.openxmlformats.org/drawingml/2006/main">
            <a:off x="0" y="0"/>
            <a:ext cx="5791200" cy="6355080"/>
          </a:xfrm>
        </p:spPr>
        <p:txBody>
          <a:bodyPr xmlns:a="http://schemas.openxmlformats.org/drawingml/2006/main"/>
          <a:lstStyle xmlns:a="http://schemas.openxmlformats.org/drawingml/2006/main">
            <a:lvl1pPr marL="0" indent="0">
              <a:buClr>
                <a:schemeClr val="tx1"/>
              </a:buClr>
              <a:buNone/>
              <a:defRPr/>
            </a:lvl1pPr>
            <a:lvl2pPr marL="457200" indent="0">
              <a:buClr>
                <a:schemeClr val="tx1"/>
              </a:buClr>
              <a:buNone/>
              <a:defRPr/>
            </a:lvl2pPr>
            <a:lvl3pPr marL="914400" indent="0">
              <a:buClr>
                <a:schemeClr val="tx1"/>
              </a:buClr>
              <a:buNone/>
              <a:defRPr/>
            </a:lvl3pPr>
            <a:lvl4pPr marL="1371600" indent="0">
              <a:buNone/>
              <a:defRPr/>
            </a:lvl4pPr>
            <a:lvl5pPr marL="1828800" indent="0">
              <a:buNone/>
              <a:defRPr/>
            </a:lvl5pPr>
          </a:lstStyle>
          <a:p xmlns:a="http://schemas.openxmlformats.org/drawingml/2006/main">
            <a:pPr>
              <a:buNone/>
            </a:pPr>
            <a:r>
              <a:t>Click icon to add picture</a:t>
            </a:r>
          </a:p>
        </p:txBody>
      </p:sp>
    </p:spTree>
  </p:cSld>
</p:sldLayout>
</file>

<file path=ppt/slideLayouts/slideLayout1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3C6E30-F011-4BD8-9241-BE6C8445F5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Tree>
  </p:cSld>
</p:sldLayout>
</file>

<file path=ppt/slideLayouts/slideLayout16.xml><?xml version="1.0" encoding="utf-8"?>
<p:sldLayout xmlns:p="http://schemas.openxmlformats.org/presentationml/2006/main" type="titleOnly" preserve="1">
  <p:cSld name="Title Only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21C89F-2B5C-4EAD-BDC5-D1383A0057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tx2"/>
                </a:solidFill>
              </a:defRPr>
            </a:lvl1pPr>
          </a:lstStyle>
          <a:p xmlns:a="http://schemas.openxmlformats.org/drawingml/2006/main">
            <a:r>
              <a:t>Click to edit Master title style</a:t>
            </a:r>
          </a:p>
        </p:txBody>
      </p:sp>
    </p:spTree>
  </p:cSld>
</p:sldLayout>
</file>

<file path=ppt/slideLayouts/slideLayout17.xml><?xml version="1.0" encoding="utf-8"?>
<p:sldLayout xmlns:p="http://schemas.openxmlformats.org/presentationml/2006/main" type="titleOnly" preserve="1">
  <p:cSld name="Big Bold Statement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800E68-CF87-481B-A526-6097E60DA26E}"/>
              </a:ext>
            </a:extLst>
          </p:cNvPr>
          <p:cNvSpPr>
            <a:spLocks xmlns:a="http://schemas.openxmlformats.org/drawingml/2006/main" noGrp="1"/>
          </p:cNvSpPr>
          <p:nvPr>
            <p:ph type="title" idx="0" hasCustomPrompt="1"/>
          </p:nvPr>
        </p:nvSpPr>
        <p:spPr>
          <a:xfrm xmlns:a="http://schemas.openxmlformats.org/drawingml/2006/main">
            <a:off x="838200" y="1219200"/>
            <a:ext cx="10515600" cy="4876800"/>
          </a:xfrm>
        </p:spPr>
        <p:txBody>
          <a:bodyPr xmlns:a="http://schemas.openxmlformats.org/drawingml/2006/main">
            <a:noAutofit/>
          </a:bodyPr>
          <a:lstStyle xmlns:a="http://schemas.openxmlformats.org/drawingml/2006/main">
            <a:lvl1pPr algn="ctr">
              <a:lnSpc>
                <a:spcPct val="70000"/>
              </a:lnSpc>
              <a:buNone/>
              <a:defRPr sz="18000">
                <a:solidFill>
                  <a:schemeClr val="tx2"/>
                </a:solidFill>
              </a:defRPr>
            </a:lvl1pPr>
          </a:lstStyle>
          <a:p xmlns:a="http://schemas.openxmlformats.org/drawingml/2006/main">
            <a:r>
              <a:t>BIG BOLD STATEMENT</a:t>
            </a:r>
          </a:p>
        </p:txBody>
      </p:sp>
    </p:spTree>
  </p:cSld>
</p:sldLayout>
</file>

<file path=ppt/slideLayouts/slideLayout1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929AB1-B7E8-4BB4-AB27-A058AF2DE58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5CD7CEA-9ED4-476F-B0C9-AEA6BEA4E23F}"/>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normAutofit/>
          </a:bodyPr>
          <a:lstStyle xmlns:a="http://schemas.openxmlformats.org/drawingml/2006/main">
            <a:lvl1pPr>
              <a:buNone/>
              <a:defRPr sz="2800"/>
            </a:lvl1pPr>
            <a:lvl2pPr>
              <a:buNone/>
              <a:defRPr sz="24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p:txBody>
      </p:sp>
      <p:sp>
        <p:nvSpPr>
          <p:cNvPr id="4" name="Text Placeholder 3">
            <a:extLst xmlns:a="http://schemas.openxmlformats.org/drawingml/2006/main">
              <a:ext uri="{FF2B5EF4-FFF2-40B4-BE49-F238E27FC236}">
                <a16:creationId xmlns:a16="http://schemas.microsoft.com/office/drawing/2014/main" id="{FEFB40F8-7D1B-470B-B3AB-A81271C150C1}"/>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Click to edit Master text styles</a:t>
            </a:r>
          </a:p>
        </p:txBody>
      </p:sp>
    </p:spTree>
  </p:cSld>
</p:sldLayout>
</file>

<file path=ppt/slideLayouts/slideLayout19.xml><?xml version="1.0" encoding="utf-8"?>
<p:sldLayout xmlns:p="http://schemas.openxmlformats.org/presentationml/2006/main" type="objTx" preserve="1">
  <p:cSld name="Content with Caption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6BCD21-CD08-4749-A367-1747E4F8ED9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solidFill>
                  <a:schemeClr val="tx2"/>
                </a:soli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459EF8E-FB8B-4CEE-9816-7ACAA1D58C1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normAutofit/>
          </a:bodyPr>
          <a:lstStyle xmlns:a="http://schemas.openxmlformats.org/drawingml/2006/main">
            <a:lvl1pPr>
              <a:buClr>
                <a:schemeClr val="tx1"/>
              </a:buClr>
              <a:buNone/>
              <a:defRPr sz="2800"/>
            </a:lvl1pPr>
            <a:lvl2pPr>
              <a:buClr>
                <a:schemeClr val="tx1"/>
              </a:buClr>
              <a:buNone/>
              <a:defRPr sz="2400"/>
            </a:lvl2pPr>
            <a:lvl3pPr>
              <a:buClr>
                <a:schemeClr val="tx1"/>
              </a:buCl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p:txBody>
      </p:sp>
      <p:sp>
        <p:nvSpPr>
          <p:cNvPr id="4" name="Text Placeholder 3">
            <a:extLst xmlns:a="http://schemas.openxmlformats.org/drawingml/2006/main">
              <a:ext uri="{FF2B5EF4-FFF2-40B4-BE49-F238E27FC236}">
                <a16:creationId xmlns:a16="http://schemas.microsoft.com/office/drawing/2014/main" id="{F74784F4-DAEF-4DE1-93C5-DD1BF65C599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Click to edit Master text styles</a:t>
            </a:r>
          </a:p>
        </p:txBody>
      </p:sp>
    </p:spTree>
  </p:cSld>
</p:sldLayout>
</file>

<file path=ppt/slideLayouts/slideLayout20.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D9D982-AD36-432C-8619-3D87F8DD9E54}"/>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solidFill>
                  <a:schemeClr val="tx2"/>
                </a:solidFill>
              </a:defRPr>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C02C188-3D40-435E-8016-731462AB7C3C}"/>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AC1C94B3-C169-47C9-9D68-DB3EA875DEBA}"/>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Click to edit Master text styles</a:t>
            </a:r>
          </a:p>
        </p:txBody>
      </p:sp>
    </p:spTree>
  </p:cSld>
</p:sldLayout>
</file>

<file path=ppt/slideLayouts/slideLayout21.xml><?xml version="1.0" encoding="utf-8"?>
<p:sldLayout xmlns:p="http://schemas.openxmlformats.org/presentationml/2006/main" type="picTx" preserve="1">
  <p:cSld name="Picture with Caption - Reverse">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1A9FB6-2CC1-4B8C-800B-B3678B1D87C1}"/>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solidFill>
                  <a:schemeClr val="tx2"/>
                </a:solidFill>
              </a:defRPr>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92C490A-A566-41C7-B43B-442D69B03605}"/>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F8DE572E-645B-4E2F-97FD-F45FC4073A2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a:buNone/>
            </a:pPr>
            <a:r>
              <a:t>Click to edit Master text styles</a:t>
            </a:r>
          </a:p>
        </p:txBody>
      </p:sp>
    </p:spTree>
  </p:cSld>
</p:sldLayout>
</file>

<file path=ppt/slideLayouts/slideLayout22.xml><?xml version="1.0" encoding="utf-8"?>
<p:sldLayout xmlns:p="http://schemas.openxmlformats.org/presentationml/2006/main" type="blank" preserve="1">
  <p:cSld name="Blank">
    <p:spTree>
      <p:nvGrpSpPr>
        <p:cNvPr id="1" name=""/>
        <p:cNvGrpSpPr/>
        <p:nvPr/>
      </p:nvGrpSpPr>
      <p:grpSpPr>
        <a:xfrm xmlns:a="http://schemas.openxmlformats.org/drawingml/2006/main"/>
      </p:grpSpPr>
    </p:spTree>
  </p:cSld>
</p:sldLayout>
</file>

<file path=ppt/slideLayouts/slideLayout23.xml><?xml version="1.0" encoding="utf-8"?>
<p:sldLayout xmlns:p="http://schemas.openxmlformats.org/presentationml/2006/main" type="blank" preserve="1">
  <p:cSld name="Blank - Reverse">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937245a8136e4698" /><Relationship Type="http://schemas.openxmlformats.org/officeDocument/2006/relationships/image" Target="/ppt/media/image2.png" Id="R2ad6ca0b083546a3" /><Relationship Type="http://schemas.openxmlformats.org/officeDocument/2006/relationships/theme" Target="/ppt/slideMasters/theme/theme2.xml" Id="Rb937771545ef4e9d" /><Relationship Type="http://schemas.openxmlformats.org/officeDocument/2006/relationships/slideLayout" Target="/ppt/slideLayouts/slideLayout1.xml" Id="R076984ab86554448" /><Relationship Type="http://schemas.openxmlformats.org/officeDocument/2006/relationships/slideLayout" Target="/ppt/slideLayouts/slideLayout2.xml" Id="R786f311109b745a7" /><Relationship Type="http://schemas.openxmlformats.org/officeDocument/2006/relationships/slideLayout" Target="/ppt/slideLayouts/slideLayout3.xml" Id="R1fbb72ddd655476e" /><Relationship Type="http://schemas.openxmlformats.org/officeDocument/2006/relationships/slideLayout" Target="/ppt/slideLayouts/slideLayout4.xml" Id="R3ce17a8c650c4a42" /><Relationship Type="http://schemas.openxmlformats.org/officeDocument/2006/relationships/slideLayout" Target="/ppt/slideLayouts/slideLayout5.xml" Id="R5f3a4b311f4247ce" /><Relationship Type="http://schemas.openxmlformats.org/officeDocument/2006/relationships/slideLayout" Target="/ppt/slideLayouts/slideLayout6.xml" Id="R05cfe3efa7d24d00" /><Relationship Type="http://schemas.openxmlformats.org/officeDocument/2006/relationships/slideLayout" Target="/ppt/slideLayouts/slideLayout7.xml" Id="Rb599d7ea73804c54" /><Relationship Type="http://schemas.openxmlformats.org/officeDocument/2006/relationships/slideLayout" Target="/ppt/slideLayouts/slideLayout8.xml" Id="R84151f844d084c25" /><Relationship Type="http://schemas.openxmlformats.org/officeDocument/2006/relationships/slideLayout" Target="/ppt/slideLayouts/slideLayout9.xml" Id="R6a56d529f2d64027" /><Relationship Type="http://schemas.openxmlformats.org/officeDocument/2006/relationships/slideLayout" Target="/ppt/slideLayouts/slideLayout10.xml" Id="R891b6008946543f9" /><Relationship Type="http://schemas.openxmlformats.org/officeDocument/2006/relationships/slideLayout" Target="/ppt/slideLayouts/slideLayout11.xml" Id="Rdc7bf1e7ff5c41f7" /><Relationship Type="http://schemas.openxmlformats.org/officeDocument/2006/relationships/slideLayout" Target="/ppt/slideLayouts/slideLayout12.xml" Id="R74f73c728fea439f" /><Relationship Type="http://schemas.openxmlformats.org/officeDocument/2006/relationships/slideLayout" Target="/ppt/slideLayouts/slideLayout13.xml" Id="R8640a13ee2214919" /><Relationship Type="http://schemas.openxmlformats.org/officeDocument/2006/relationships/slideLayout" Target="/ppt/slideLayouts/slideLayout14.xml" Id="R0fb91e0352dd4929" /><Relationship Type="http://schemas.openxmlformats.org/officeDocument/2006/relationships/slideLayout" Target="/ppt/slideLayouts/slideLayout15.xml" Id="R3a86f3b9594b46c7" /><Relationship Type="http://schemas.openxmlformats.org/officeDocument/2006/relationships/slideLayout" Target="/ppt/slideLayouts/slideLayout16.xml" Id="R1c3dc832bad3421e" /><Relationship Type="http://schemas.openxmlformats.org/officeDocument/2006/relationships/slideLayout" Target="/ppt/slideLayouts/slideLayout17.xml" Id="R592d754a7e5649d7" /><Relationship Type="http://schemas.openxmlformats.org/officeDocument/2006/relationships/slideLayout" Target="/ppt/slideLayouts/slideLayout18.xml" Id="Rbb4a1db25e674ea8" /><Relationship Type="http://schemas.openxmlformats.org/officeDocument/2006/relationships/slideLayout" Target="/ppt/slideLayouts/slideLayout19.xml" Id="R9f8d2795ad0c48c7" /><Relationship Type="http://schemas.openxmlformats.org/officeDocument/2006/relationships/slideLayout" Target="/ppt/slideLayouts/slideLayout20.xml" Id="R91bf45f57aed4330" /><Relationship Type="http://schemas.openxmlformats.org/officeDocument/2006/relationships/slideLayout" Target="/ppt/slideLayouts/slideLayout21.xml" Id="R5ae0b8f6b0314ca6" /><Relationship Type="http://schemas.openxmlformats.org/officeDocument/2006/relationships/slideLayout" Target="/ppt/slideLayouts/slideLayout22.xml" Id="R1a7f50fe92f542a2" /><Relationship Type="http://schemas.openxmlformats.org/officeDocument/2006/relationships/slideLayout" Target="/ppt/slideLayouts/slideLayout23.xml" Id="R3e782cf46b7f4c3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FE688C4-5937-4A4D-AE17-701602E0478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85261DE-E1CF-482E-AD6E-AA99B9DCD62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marL="342900" marR="0" indent="-342900" algn="l" defTabSz="914400">
              <a:lnSpc>
                <a:spcPct val="95000"/>
              </a:lnSpc>
              <a:spcBef>
                <a:spcPct val="20000"/>
              </a:spcBef>
              <a:spcAft>
                <a:spcPct val="0"/>
              </a:spcAft>
              <a:buClr>
                <a:srgbClr val="000000"/>
              </a:buClr>
              <a:buSzPct val="100000"/>
              <a:buFontTx/>
              <a:buChar char="•"/>
            </a:pPr>
            <a:r>
              <a:rPr sz="2800" b="1" i="0" u="none" cap="none">
                <a:ln>
                  <a:noFill/>
                </a:ln>
                <a:solidFill>
                  <a:srgbClr val="919191">
                    <a:lumMod val="50000"/>
                  </a:srgbClr>
                </a:solidFill>
                <a:latin typeface="Arial"/>
                <a:ea typeface="Arial"/>
                <a:cs typeface="Arial"/>
              </a:rPr>
              <a:t>Click to edit Master text styles</a:t>
            </a:r>
          </a:p>
          <a:p xmlns:a="http://schemas.openxmlformats.org/drawingml/2006/main">
            <a:pPr marL="342900" marR="0" indent="-342900" algn="l" defTabSz="914400">
              <a:lnSpc>
                <a:spcPct val="95000"/>
              </a:lnSpc>
              <a:spcBef>
                <a:spcPct val="20000"/>
              </a:spcBef>
              <a:spcAft>
                <a:spcPct val="0"/>
              </a:spcAft>
              <a:buClr>
                <a:srgbClr val="000000"/>
              </a:buClr>
              <a:buSzPct val="100000"/>
              <a:buFontTx/>
              <a:buChar char="•"/>
            </a:pPr>
            <a:r>
              <a:rPr sz="2800" b="1" i="0" u="none" cap="none">
                <a:ln>
                  <a:noFill/>
                </a:ln>
                <a:solidFill>
                  <a:srgbClr val="919191">
                    <a:lumMod val="50000"/>
                  </a:srgbClr>
                </a:solidFill>
                <a:latin typeface="Arial"/>
                <a:ea typeface="Arial"/>
                <a:cs typeface="Arial"/>
              </a:rPr>
              <a:t>Second level</a:t>
            </a:r>
          </a:p>
          <a:p xmlns:a="http://schemas.openxmlformats.org/drawingml/2006/main">
            <a:pPr marL="342900" marR="0" indent="-342900" algn="l" defTabSz="914400">
              <a:lnSpc>
                <a:spcPct val="95000"/>
              </a:lnSpc>
              <a:spcBef>
                <a:spcPct val="20000"/>
              </a:spcBef>
              <a:spcAft>
                <a:spcPct val="0"/>
              </a:spcAft>
              <a:buClr>
                <a:srgbClr val="000000"/>
              </a:buClr>
              <a:buSzPct val="100000"/>
              <a:buFontTx/>
              <a:buChar char="•"/>
            </a:pPr>
            <a:r>
              <a:rPr sz="2800" b="1" i="0" u="none" cap="none">
                <a:ln>
                  <a:noFill/>
                </a:ln>
                <a:solidFill>
                  <a:srgbClr val="919191">
                    <a:lumMod val="50000"/>
                  </a:srgbClr>
                </a:solidFill>
                <a:latin typeface="Arial"/>
                <a:ea typeface="Arial"/>
                <a:cs typeface="Arial"/>
              </a:rPr>
              <a:t>Third level</a:t>
            </a:r>
          </a:p>
          <a:p xmlns:a="http://schemas.openxmlformats.org/drawingml/2006/main">
            <a:pPr marL="342900" marR="0" indent="-342900" algn="l" defTabSz="914400">
              <a:lnSpc>
                <a:spcPct val="95000"/>
              </a:lnSpc>
              <a:spcBef>
                <a:spcPct val="20000"/>
              </a:spcBef>
              <a:spcAft>
                <a:spcPct val="0"/>
              </a:spcAft>
              <a:buClr>
                <a:srgbClr val="000000"/>
              </a:buClr>
              <a:buSzPct val="100000"/>
              <a:buFontTx/>
              <a:buChar char="•"/>
            </a:pPr>
            <a:r>
              <a:rPr sz="2800" b="1" i="0" u="none" cap="none">
                <a:ln>
                  <a:noFill/>
                </a:ln>
                <a:solidFill>
                  <a:srgbClr val="919191">
                    <a:lumMod val="50000"/>
                  </a:srgbClr>
                </a:solidFill>
                <a:latin typeface="Arial"/>
                <a:ea typeface="Arial"/>
                <a:cs typeface="Arial"/>
              </a:rPr>
              <a:t>Fourth level</a:t>
            </a:r>
          </a:p>
          <a:p xmlns:a="http://schemas.openxmlformats.org/drawingml/2006/main">
            <a:pPr marL="342900" marR="0" indent="-342900" algn="l" defTabSz="914400">
              <a:lnSpc>
                <a:spcPct val="95000"/>
              </a:lnSpc>
              <a:spcBef>
                <a:spcPct val="20000"/>
              </a:spcBef>
              <a:spcAft>
                <a:spcPct val="0"/>
              </a:spcAft>
              <a:buClr>
                <a:srgbClr val="000000"/>
              </a:buClr>
              <a:buSzPct val="100000"/>
              <a:buFontTx/>
              <a:buChar char="•"/>
            </a:pPr>
            <a:r>
              <a:rPr sz="2800" b="1" i="0" u="none" cap="none">
                <a:ln>
                  <a:noFill/>
                </a:ln>
                <a:solidFill>
                  <a:srgbClr val="919191">
                    <a:lumMod val="50000"/>
                  </a:srgbClr>
                </a:solidFill>
                <a:latin typeface="Arial"/>
                <a:ea typeface="Arial"/>
                <a:cs typeface="Arial"/>
              </a:rPr>
              <a:t>Fifth level</a:t>
            </a:r>
          </a:p>
        </p:txBody>
      </p:sp>
      <p:sp>
        <p:nvSpPr>
          <p:cNvPr id="4" name="Date Placeholder 3">
            <a:extLst xmlns:a="http://schemas.openxmlformats.org/drawingml/2006/main">
              <a:ext uri="{FF2B5EF4-FFF2-40B4-BE49-F238E27FC236}">
                <a16:creationId xmlns:a16="http://schemas.microsoft.com/office/drawing/2014/main" id="{446A5E65-4468-475D-93E5-C3F8BA6B2BB7}"/>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C764DE79-268F-4C1A-8933-263129D2AF90}" type="datetimeFigureOut">
              <a:t>3/9/2026</a:t>
            </a:fld>
          </a:p>
        </p:txBody>
      </p:sp>
      <p:sp>
        <p:nvSpPr>
          <p:cNvPr id="5" name="Footer Placeholder 4">
            <a:extLst xmlns:a="http://schemas.openxmlformats.org/drawingml/2006/main">
              <a:ext uri="{FF2B5EF4-FFF2-40B4-BE49-F238E27FC236}">
                <a16:creationId xmlns:a16="http://schemas.microsoft.com/office/drawing/2014/main" id="{46937CF2-E41C-4233-B66C-72A8AADC75B7}"/>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8D9ECBA-32E7-4EB1-B416-F2D3651E82ED}"/>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8F63A3B-78C7-47BE-AE5E-E10140E04643}" type="slidenum">
              <a:t>‹#›</a:t>
            </a:fld>
          </a:p>
        </p:txBody>
      </p:sp>
      <p:sp>
        <p:nvSpPr>
          <p:cNvPr id="7" name="Rectangle 6">
            <a:extLst xmlns:a="http://schemas.openxmlformats.org/drawingml/2006/main">
              <a:ext uri="{FF2B5EF4-FFF2-40B4-BE49-F238E27FC236}">
                <a16:creationId xmlns:a16="http://schemas.microsoft.com/office/drawing/2014/main" id="{0A54E721-2D41-40E0-8E26-5F7925FED9FE}"/>
              </a:ext>
            </a:extLst>
          </p:cNvPr>
          <p:cNvSpPr>
            <a:spLocks xmlns:a="http://schemas.openxmlformats.org/drawingml/2006/main" noGrp="1"/>
          </p:cNvSpPr>
          <p:nvPr/>
        </p:nvSpPr>
        <p:spPr>
          <a:xfrm xmlns:a="http://schemas.openxmlformats.org/drawingml/2006/main">
            <a:off x="0" y="6356350"/>
            <a:ext cx="12192000" cy="500063"/>
          </a:xfrm>
          <a:prstGeom xmlns:a="http://schemas.openxmlformats.org/drawingml/2006/main" prst="rect">
            <a:avLst/>
          </a:prstGeom>
          <a:solidFill xmlns:a="http://schemas.openxmlformats.org/drawingml/2006/main">
            <a:srgbClr val="74767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6" name="Picture 7"/>
          <p:cNvPicPr>
            <a:picLocks xmlns:a="http://schemas.openxmlformats.org/drawingml/2006/main" noChangeAspect="1"/>
          </p:cNvPicPr>
          <p:nvPr/>
        </p:nvPicPr>
        <p:blipFill rotWithShape="1">
          <a:blip xmlns:r="http://schemas.openxmlformats.org/officeDocument/2006/relationships" xmlns:a="http://schemas.openxmlformats.org/drawingml/2006/main" r:embed="R937245a8136e4698"/>
          <a:srcRect xmlns:a="http://schemas.openxmlformats.org/drawingml/2006/main" l="823" t="4632" r="833" b="7972"/>
          <a:stretch xmlns:a="http://schemas.openxmlformats.org/drawingml/2006/main"/>
        </p:blipFill>
        <p:spPr>
          <a:xfrm xmlns:a="http://schemas.openxmlformats.org/drawingml/2006/main">
            <a:off x="322561" y="6484202"/>
            <a:ext cx="1963439" cy="228600"/>
          </a:xfrm>
          <a:prstGeom xmlns:a="http://schemas.openxmlformats.org/drawingml/2006/main" prst="rect">
            <a:avLst/>
          </a:prstGeom>
        </p:spPr>
      </p:pic>
      <p:pic>
        <p:nvPicPr>
          <p:cNvPr id="17" name="Picture 8"/>
          <p:cNvPicPr>
            <a:picLocks xmlns:a="http://schemas.openxmlformats.org/drawingml/2006/main" noChangeAspect="1"/>
          </p:cNvPicPr>
          <p:nvPr/>
        </p:nvPicPr>
        <p:blipFill>
          <a:blip xmlns:r="http://schemas.openxmlformats.org/officeDocument/2006/relationships" xmlns:a="http://schemas.openxmlformats.org/drawingml/2006/main" r:embed="R2ad6ca0b083546a3"/>
          <a:stretch xmlns:a="http://schemas.openxmlformats.org/drawingml/2006/main">
            <a:fillRect l="0" t="0" r="0" b="0"/>
          </a:stretch>
        </p:blipFill>
        <p:spPr>
          <a:xfrm xmlns:a="http://schemas.openxmlformats.org/drawingml/2006/main">
            <a:off x="10515600" y="6492875"/>
            <a:ext cx="1368169" cy="27432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6984ab86554448"/>
    <p:sldLayoutId xmlns:r="http://schemas.openxmlformats.org/officeDocument/2006/relationships" id="2147483650" r:id="R786f311109b745a7"/>
    <p:sldLayoutId xmlns:r="http://schemas.openxmlformats.org/officeDocument/2006/relationships" id="2147483651" r:id="R1fbb72ddd655476e"/>
    <p:sldLayoutId xmlns:r="http://schemas.openxmlformats.org/officeDocument/2006/relationships" id="2147483652" r:id="R3ce17a8c650c4a42"/>
    <p:sldLayoutId xmlns:r="http://schemas.openxmlformats.org/officeDocument/2006/relationships" id="2147483653" r:id="R5f3a4b311f4247ce"/>
    <p:sldLayoutId xmlns:r="http://schemas.openxmlformats.org/officeDocument/2006/relationships" id="2147483654" r:id="R05cfe3efa7d24d00"/>
    <p:sldLayoutId xmlns:r="http://schemas.openxmlformats.org/officeDocument/2006/relationships" id="2147483655" r:id="Rb599d7ea73804c54"/>
    <p:sldLayoutId xmlns:r="http://schemas.openxmlformats.org/officeDocument/2006/relationships" id="2147483656" r:id="R84151f844d084c25"/>
    <p:sldLayoutId xmlns:r="http://schemas.openxmlformats.org/officeDocument/2006/relationships" id="2147483657" r:id="R6a56d529f2d64027"/>
    <p:sldLayoutId xmlns:r="http://schemas.openxmlformats.org/officeDocument/2006/relationships" id="2147483658" r:id="R891b6008946543f9"/>
    <p:sldLayoutId xmlns:r="http://schemas.openxmlformats.org/officeDocument/2006/relationships" id="2147483659" r:id="Rdc7bf1e7ff5c41f7"/>
    <p:sldLayoutId xmlns:r="http://schemas.openxmlformats.org/officeDocument/2006/relationships" id="2147483660" r:id="R74f73c728fea439f"/>
    <p:sldLayoutId xmlns:r="http://schemas.openxmlformats.org/officeDocument/2006/relationships" id="2147483661" r:id="R8640a13ee2214919"/>
    <p:sldLayoutId xmlns:r="http://schemas.openxmlformats.org/officeDocument/2006/relationships" id="2147483662" r:id="R0fb91e0352dd4929"/>
    <p:sldLayoutId xmlns:r="http://schemas.openxmlformats.org/officeDocument/2006/relationships" id="2147483663" r:id="R3a86f3b9594b46c7"/>
    <p:sldLayoutId xmlns:r="http://schemas.openxmlformats.org/officeDocument/2006/relationships" id="2147483664" r:id="R1c3dc832bad3421e"/>
    <p:sldLayoutId xmlns:r="http://schemas.openxmlformats.org/officeDocument/2006/relationships" id="2147483665" r:id="R592d754a7e5649d7"/>
    <p:sldLayoutId xmlns:r="http://schemas.openxmlformats.org/officeDocument/2006/relationships" id="2147483666" r:id="Rbb4a1db25e674ea8"/>
    <p:sldLayoutId xmlns:r="http://schemas.openxmlformats.org/officeDocument/2006/relationships" id="2147483667" r:id="R9f8d2795ad0c48c7"/>
    <p:sldLayoutId xmlns:r="http://schemas.openxmlformats.org/officeDocument/2006/relationships" id="2147483668" r:id="R91bf45f57aed4330"/>
    <p:sldLayoutId xmlns:r="http://schemas.openxmlformats.org/officeDocument/2006/relationships" id="2147483669" r:id="R5ae0b8f6b0314ca6"/>
    <p:sldLayoutId xmlns:r="http://schemas.openxmlformats.org/officeDocument/2006/relationships" id="2147483670" r:id="R1a7f50fe92f542a2"/>
    <p:sldLayoutId xmlns:r="http://schemas.openxmlformats.org/officeDocument/2006/relationships" id="2147483671" r:id="R3e782cf46b7f4c3a"/>
  </p:sldLayoutIdLst>
  <p:txStyles>
    <p:titleStyle>
      <a:lvl1pPr xmlns:a="http://schemas.openxmlformats.org/drawingml/2006/main" algn="l" defTabSz="914400">
        <a:lnSpc>
          <a:spcPct val="80000"/>
        </a:lnSpc>
        <a:spcBef>
          <a:spcPts val="1000"/>
        </a:spcBef>
        <a:buNone/>
        <a:defRPr sz="5400" b="1" kern="1200">
          <a:solidFill>
            <a:schemeClr val="tx2"/>
          </a:solidFill>
          <a:latin typeface="Teko SemiBold"/>
          <a:ea typeface="Teko SemiBold"/>
          <a:cs typeface="Teko SemiBold"/>
        </a:defRPr>
      </a:lvl1pPr>
    </p:titleStyle>
    <p:bodyStyle>
      <a:lvl1pPr xmlns:a="http://schemas.openxmlformats.org/drawingml/2006/main" marL="342900" marR="0" indent="-342900" algn="l" defTabSz="914400">
        <a:lnSpc>
          <a:spcPct val="95000"/>
        </a:lnSpc>
        <a:spcBef>
          <a:spcPct val="20000"/>
        </a:spcBef>
        <a:spcAft>
          <a:spcPct val="0"/>
        </a:spcAft>
        <a:buClr>
          <a:srgbClr val="000000"/>
        </a:buClr>
        <a:buSzPct val="100000"/>
        <a:buFontTx/>
        <a:buChar char="•"/>
        <a:defRPr sz="2800" kern="1200">
          <a:solidFill>
            <a:schemeClr val="tx1"/>
          </a:solidFill>
          <a:latin typeface="Source Sans Pro"/>
          <a:ea typeface="Source Sans Pro"/>
          <a:cs typeface="Source Sans Pro"/>
        </a:defRPr>
      </a:lvl1pPr>
      <a:lvl2pPr xmlns:a="http://schemas.openxmlformats.org/drawingml/2006/main" marL="742950" marR="0" indent="-285750" algn="l" defTabSz="914400">
        <a:lnSpc>
          <a:spcPct val="95000"/>
        </a:lnSpc>
        <a:spcBef>
          <a:spcPct val="20000"/>
        </a:spcBef>
        <a:spcAft>
          <a:spcPct val="0"/>
        </a:spcAft>
        <a:buClr>
          <a:srgbClr val="000000"/>
        </a:buClr>
        <a:buSzPct val="100000"/>
        <a:buFontTx/>
        <a:buChar char="•"/>
        <a:defRPr sz="2400" kern="1200">
          <a:solidFill>
            <a:schemeClr val="tx1"/>
          </a:solidFill>
          <a:latin typeface="Source Sans Pro"/>
          <a:ea typeface="Source Sans Pro"/>
          <a:cs typeface="Source Sans Pro"/>
        </a:defRPr>
      </a:lvl2pPr>
      <a:lvl3pPr xmlns:a="http://schemas.openxmlformats.org/drawingml/2006/main" marL="1143000" marR="0" indent="-228600" algn="l" defTabSz="914400">
        <a:lnSpc>
          <a:spcPct val="95000"/>
        </a:lnSpc>
        <a:spcBef>
          <a:spcPct val="20000"/>
        </a:spcBef>
        <a:spcAft>
          <a:spcPct val="0"/>
        </a:spcAft>
        <a:buClr>
          <a:srgbClr val="000000"/>
        </a:buClr>
        <a:buSzPct val="100000"/>
        <a:buFontTx/>
        <a:buChar char="•"/>
        <a:defRPr sz="2000" kern="1200">
          <a:solidFill>
            <a:schemeClr val="tx1"/>
          </a:solidFill>
          <a:latin typeface="Source Sans Pro"/>
          <a:ea typeface="Source Sans Pro"/>
          <a:cs typeface="Source Sans Pro"/>
        </a:defRPr>
      </a:lvl3pPr>
      <a:lvl4pPr xmlns:a="http://schemas.openxmlformats.org/drawingml/2006/main" marL="1600200" marR="0" indent="-228600" algn="l" defTabSz="914400">
        <a:lnSpc>
          <a:spcPct val="100000"/>
        </a:lnSpc>
        <a:spcBef>
          <a:spcPct val="20000"/>
        </a:spcBef>
        <a:spcAft>
          <a:spcPct val="0"/>
        </a:spcAft>
        <a:buClrTx/>
        <a:buSzTx/>
        <a:buFontTx/>
        <a:buChar char="–"/>
        <a:defRPr sz="1800" kern="1200">
          <a:solidFill>
            <a:schemeClr val="tx1"/>
          </a:solidFill>
          <a:latin typeface="Source Sans Pro"/>
          <a:ea typeface="Source Sans Pro"/>
          <a:cs typeface="Source Sans Pro"/>
        </a:defRPr>
      </a:lvl4pPr>
      <a:lvl5pPr xmlns:a="http://schemas.openxmlformats.org/drawingml/2006/main" marL="2057400" marR="0" indent="-228600" algn="l" defTabSz="914400">
        <a:lnSpc>
          <a:spcPct val="100000"/>
        </a:lnSpc>
        <a:spcBef>
          <a:spcPct val="20000"/>
        </a:spcBef>
        <a:spcAft>
          <a:spcPct val="0"/>
        </a:spcAft>
        <a:buClrTx/>
        <a:buSzTx/>
        <a:buFontTx/>
        <a:buChar char="»"/>
        <a:defRPr sz="1800" kern="1200">
          <a:solidFill>
            <a:schemeClr val="tx1"/>
          </a:solidFill>
          <a:latin typeface="Source Sans Pro"/>
          <a:ea typeface="Source Sans Pro"/>
          <a:cs typeface="Source Sans Pro"/>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sldGuideLst>
    </p:ext>
  </p:extLst>
</p:sldMaster>
</file>

<file path=ppt/slideMasters/theme/theme2.xml><?xml version="1.0" encoding="utf-8"?>
<a:theme xmlns:a="http://schemas.openxmlformats.org/drawingml/2006/main" name="NPACI/SDSC (logo) template">
  <a:themeElements>
    <a:clrScheme name="UC San Diego">
      <a:dk1>
        <a:srgbClr val="182B49"/>
      </a:dk1>
      <a:lt1>
        <a:sysClr val="window" lastClr="FFFFFF"/>
      </a:lt1>
      <a:dk2>
        <a:srgbClr val="00629B"/>
      </a:dk2>
      <a:lt2>
        <a:srgbClr val="E7E6E6"/>
      </a:lt2>
      <a:accent1>
        <a:srgbClr val="00C6D7"/>
      </a:accent1>
      <a:accent2>
        <a:srgbClr val="FC8900"/>
      </a:accent2>
      <a:accent3>
        <a:srgbClr val="B6B1A9"/>
      </a:accent3>
      <a:accent4>
        <a:srgbClr val="FFCD00"/>
      </a:accent4>
      <a:accent5>
        <a:srgbClr val="D462AD"/>
      </a:accent5>
      <a:accent6>
        <a:srgbClr val="6E963B"/>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C San Dieg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1ac1ef85c4424d" /><Relationship Type="http://schemas.openxmlformats.org/officeDocument/2006/relationships/notesSlide" Target="/ppt/notesSlides/notesSlide1.xml" Id="R1e2845e0213b4b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78056262e8ea4ed5" /><Relationship Type="http://schemas.openxmlformats.org/officeDocument/2006/relationships/image" Target="/ppt/media/image2.jpeg" Id="R3da1aebbbb7d4919" /><Relationship Type="http://schemas.openxmlformats.org/officeDocument/2006/relationships/notesSlide" Target="/ppt/notesSlides/notesSlide2.xml" Id="R62b71047450c44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e0d99f96cdfb481c" /><Relationship Type="http://schemas.openxmlformats.org/officeDocument/2006/relationships/image" Target="/ppt/media/image2.jpeg" Id="R1b3705a679c44e9c" /><Relationship Type="http://schemas.openxmlformats.org/officeDocument/2006/relationships/notesSlide" Target="/ppt/notesSlides/notesSlide3.xml" Id="R250c6b07d1634d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64c95a52284b406f" /><Relationship Type="http://schemas.openxmlformats.org/officeDocument/2006/relationships/image" Target="/ppt/media/image2.jpeg" Id="R1d19302f08374e55" /><Relationship Type="http://schemas.openxmlformats.org/officeDocument/2006/relationships/notesSlide" Target="/ppt/notesSlides/notesSlide4.xml" Id="R86130a67e9c141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3.xml" Id="R8e8690c5379646e7" /><Relationship Type="http://schemas.openxmlformats.org/officeDocument/2006/relationships/image" Target="/ppt/media/image2.jpeg" Id="R5003c3bcbff7416d" /><Relationship Type="http://schemas.openxmlformats.org/officeDocument/2006/relationships/notesSlide" Target="/ppt/notesSlides/notesSlide5.xml" Id="R5f37a9548bdf4c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ba79f31d4d854ef2" /><Relationship Type="http://schemas.openxmlformats.org/officeDocument/2006/relationships/image" Target="/ppt/media/image2.jpeg" Id="R9c6c6ad6c0ee4574" /><Relationship Type="http://schemas.openxmlformats.org/officeDocument/2006/relationships/notesSlide" Target="/ppt/notesSlides/notesSlide6.xml" Id="R54e779f5375249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2db8c555e4d44343" /><Relationship Type="http://schemas.openxmlformats.org/officeDocument/2006/relationships/image" Target="/ppt/media/image2.jpeg" Id="R4c9ee04e9bf24d54" /><Relationship Type="http://schemas.openxmlformats.org/officeDocument/2006/relationships/notesSlide" Target="/ppt/notesSlides/notesSlide7.xml" Id="R8b8f9f2c831747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3.xml" Id="Rfafdfd650fff4620" /><Relationship Type="http://schemas.openxmlformats.org/officeDocument/2006/relationships/image" Target="/ppt/media/image2.jpeg" Id="Reeb68ae7561b4914" /><Relationship Type="http://schemas.openxmlformats.org/officeDocument/2006/relationships/notesSlide" Target="/ppt/notesSlides/notesSlide8.xml" Id="R9cb9078db09946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c17a22072e924207" /><Relationship Type="http://schemas.openxmlformats.org/officeDocument/2006/relationships/image" Target="/ppt/media/image2.jpeg" Id="Rb907f1c94dd54b00" /><Relationship Type="http://schemas.openxmlformats.org/officeDocument/2006/relationships/notesSlide" Target="/ppt/notesSlides/notesSlide9.xml" Id="R5fa19217b1d448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10ab86269f89400f" /><Relationship Type="http://schemas.openxmlformats.org/officeDocument/2006/relationships/image" Target="/ppt/media/image2.jpeg" Id="R9400bd21ee4b4e8c" /><Relationship Type="http://schemas.openxmlformats.org/officeDocument/2006/relationships/notesSlide" Target="/ppt/notesSlides/notesSlide10.xml" Id="R68c6745b0ee340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b82cb561791849a5" /><Relationship Type="http://schemas.openxmlformats.org/officeDocument/2006/relationships/image" Target="/ppt/media/image2.jpeg" Id="R350eb5f5078e43d4" /><Relationship Type="http://schemas.openxmlformats.org/officeDocument/2006/relationships/notesSlide" Target="/ppt/notesSlides/notesSlide11.xml" Id="R2ea96d81fc3b41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9.xml" Id="R32a870a1f9ae48c6" /><Relationship Type="http://schemas.openxmlformats.org/officeDocument/2006/relationships/image" Target="/ppt/media/image5.png" Id="Rf1f6da4e32b64960" /><Relationship Type="http://schemas.openxmlformats.org/officeDocument/2006/relationships/notesSlide" Target="/ppt/notesSlides/notesSlide12.xml" Id="R98b2b45bc8c749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b1f0af49c2884e84" /><Relationship Type="http://schemas.openxmlformats.org/officeDocument/2006/relationships/image" Target="/ppt/media/image2.jpeg" Id="Rbfb2c558d3844624" /><Relationship Type="http://schemas.openxmlformats.org/officeDocument/2006/relationships/notesSlide" Target="/ppt/notesSlides/notesSlide13.xml" Id="Rf4d68d37bc0e4d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3.xml" Id="R8b39f2f73e374439" /><Relationship Type="http://schemas.openxmlformats.org/officeDocument/2006/relationships/image" Target="/ppt/media/image2.jpeg" Id="R8405950588374bc5" /><Relationship Type="http://schemas.openxmlformats.org/officeDocument/2006/relationships/notesSlide" Target="/ppt/notesSlides/notesSlide14.xml" Id="Rd84a89ecddc547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ae2d63a90b194a25" /><Relationship Type="http://schemas.openxmlformats.org/officeDocument/2006/relationships/image" Target="/ppt/media/image2.jpeg" Id="Rb5e0054d010c48d6" /><Relationship Type="http://schemas.openxmlformats.org/officeDocument/2006/relationships/notesSlide" Target="/ppt/notesSlides/notesSlide15.xml" Id="R2d38fd42ec6b48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e398d1bd03f744fd" /><Relationship Type="http://schemas.openxmlformats.org/officeDocument/2006/relationships/image" Target="/ppt/media/image2.jpeg" Id="R3249aae1a51e4a9d" /><Relationship Type="http://schemas.openxmlformats.org/officeDocument/2006/relationships/notesSlide" Target="/ppt/notesSlides/notesSlide16.xml" Id="Rc834bc0b99264b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9.xml" Id="R706ba18366ef4b43" /><Relationship Type="http://schemas.openxmlformats.org/officeDocument/2006/relationships/image" Target="/ppt/media/image5.png" Id="Rb14d74cd1d344ff2" /><Relationship Type="http://schemas.openxmlformats.org/officeDocument/2006/relationships/notesSlide" Target="/ppt/notesSlides/notesSlide17.xml" Id="Rbe6a95e6172045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8.xml" Id="Rec0f40e056064cae" /><Relationship Type="http://schemas.openxmlformats.org/officeDocument/2006/relationships/image" Target="/ppt/media/image2.jpeg" Id="R16ed6df9b0514c11" /><Relationship Type="http://schemas.openxmlformats.org/officeDocument/2006/relationships/notesSlide" Target="/ppt/notesSlides/notesSlide18.xml" Id="Re9fc1a8d6f544df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3.xml" Id="Rd7092ef4ad87478e" /><Relationship Type="http://schemas.openxmlformats.org/officeDocument/2006/relationships/image" Target="/ppt/media/image2.jpeg" Id="Rb13b7b3af12b4098" /><Relationship Type="http://schemas.openxmlformats.org/officeDocument/2006/relationships/notesSlide" Target="/ppt/notesSlides/notesSlide19.xml" Id="R6d934c43e62949f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A5F4581-5DE9-4060-B782-AD9FCE0E7439}"/>
              </a:ext>
            </a:extLst>
          </p:cNvPr>
          <p:cNvSpPr>
            <a:spLocks xmlns:a="http://schemas.openxmlformats.org/drawingml/2006/main" noGrp="1"/>
          </p:cNvSpPr>
          <p:nvPr>
            <p:ph type="title" idx="0"/>
          </p:nvPr>
        </p:nvSpPr>
        <p:spPr>
          <a:xfrm xmlns:a="http://schemas.openxmlformats.org/drawingml/2006/main">
            <a:off x="457200" y="990600"/>
            <a:ext cx="10820400" cy="1362092"/>
          </a:xfrm>
        </p:spPr>
        <p:txBody>
          <a:bodyPr xmlns:a="http://schemas.openxmlformats.org/drawingml/2006/main"/>
          <a:lstStyle xmlns:a="http://schemas.openxmlformats.org/drawingml/2006/main"/>
          <a:p xmlns:a="http://schemas.openxmlformats.org/drawingml/2006/main">
            <a:r>
              <a:rPr sz="6000"/>
              <a:t>Architecting Reproducible Science: A Practical Path Beyond the Notebook</a:t>
            </a:r>
          </a:p>
        </p:txBody>
      </p:sp>
      <p:sp>
        <p:nvSpPr>
          <p:cNvPr id="5" name="Subtitle 4">
            <a:extLst xmlns:a="http://schemas.openxmlformats.org/drawingml/2006/main">
              <a:ext uri="{FF2B5EF4-FFF2-40B4-BE49-F238E27FC236}">
                <a16:creationId xmlns:a16="http://schemas.microsoft.com/office/drawing/2014/main" id="{336DDC4F-F681-45F9-BFED-D570AF62B8EF}"/>
              </a:ext>
            </a:extLst>
          </p:cNvPr>
          <p:cNvSpPr>
            <a:spLocks xmlns:a="http://schemas.openxmlformats.org/drawingml/2006/main" noGrp="1"/>
          </p:cNvSpPr>
          <p:nvPr>
            <p:ph type="subTitle" idx="1"/>
          </p:nvPr>
        </p:nvSpPr>
        <p:spPr/>
        <p:txBody>
          <a:bodyPr xmlns:a="http://schemas.openxmlformats.org/drawingml/2006/main">
            <a:noAutofit/>
          </a:bodyPr>
          <a:lstStyle xmlns:a="http://schemas.openxmlformats.org/drawingml/2006/main"/>
          <a:p xmlns:a="http://schemas.openxmlformats.org/drawingml/2006/main">
            <a:r>
              <a:rPr sz="2000"/>
              <a:t>Software engineering practices for reliable HPC workflows</a:t>
            </a:r>
          </a:p>
          <a:p xmlns:a="http://schemas.openxmlformats.org/drawingml/2006/main">
            <a:r>
              <a:rPr sz="2000"/>
              <a:t>Fernando Garzon, SDSC Summer Institute 2026</a:t>
            </a:r>
          </a:p>
          <a:p xmlns:a="http://schemas.openxmlformats.org/drawingml/2006/main">
            <a:r>
              <a:rPr sz="2000"/>
              <a:t>linkedin.com/in/fgarzonm - github.com/ofgarzon2662</a:t>
            </a:r>
          </a:p>
        </p:txBody>
      </p:sp>
    </p:spTree>
    <p:extLst>
      <p:ext uri="{BB962C8B-B14F-4D97-AF65-F5344CB8AC3E}">
        <p14:creationId xmlns:p14="http://schemas.microsoft.com/office/powerpoint/2010/main" val="293523847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91935"/>
          </a:bodyPr>
          <a:lstStyle xmlns:a="http://schemas.openxmlformats.org/drawingml/2006/main"/>
          <a:p xmlns:a="http://schemas.openxmlformats.org/drawingml/2006/main">
            <a:r>
              <a:t>The model worked. The workflow failed.</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normAutofit fontScale="100000" lnSpcReduction="10000"/>
          </a:bodyPr>
          <a:lstStyle xmlns:a="http://schemas.openxmlformats.org/drawingml/2006/main"/>
          <a:p xmlns:a="http://schemas.openxmlformats.org/drawingml/2006/main">
            <a:pPr marL="18" indent="-10" algn="l">
              <a:spcAft>
                <a:spcPts val="7"/>
              </a:spcAft>
              <a:buNone/>
              <a:defRPr sz="1275">
                <a:solidFill>
                  <a:srgbClr val="263746"/>
                </a:solidFill>
                <a:latin typeface="Source Sans Pro"/>
                <a:ea typeface="Source Sans Pro"/>
                <a:cs typeface="Source Sans Pro"/>
              </a:defRPr>
            </a:pPr>
            <a:r>
              <a:rPr sz="1275">
                <a:solidFill>
                  <a:srgbClr val="263746"/>
                </a:solidFill>
                <a:latin typeface="Source Sans Pro"/>
                <a:ea typeface="Source Sans Pro"/>
                <a:cs typeface="Source Sans Pro"/>
              </a:rPr>
              <a:t>The model had strong back-tests and worked on her laptop.</a:t>
            </a:r>
          </a:p>
          <a:p xmlns:a="http://schemas.openxmlformats.org/drawingml/2006/main">
            <a:pPr marL="18" indent="-10" algn="l">
              <a:spcAft>
                <a:spcPts val="7"/>
              </a:spcAft>
              <a:buNone/>
              <a:defRPr sz="1275">
                <a:solidFill>
                  <a:srgbClr val="263746"/>
                </a:solidFill>
                <a:latin typeface="Source Sans Pro"/>
                <a:ea typeface="Source Sans Pro"/>
                <a:cs typeface="Source Sans Pro"/>
              </a:defRPr>
            </a:pPr>
            <a:r>
              <a:rPr sz="1275">
                <a:solidFill>
                  <a:srgbClr val="263746"/>
                </a:solidFill>
                <a:latin typeface="Source Sans Pro"/>
                <a:ea typeface="Source Sans Pro"/>
                <a:cs typeface="Source Sans Pro"/>
              </a:rPr>
              <a:t>The demonstration depended on cells executed in a particular order.</a:t>
            </a:r>
          </a:p>
          <a:p xmlns:a="http://schemas.openxmlformats.org/drawingml/2006/main">
            <a:pPr marL="18" indent="-10" algn="l">
              <a:spcAft>
                <a:spcPts val="7"/>
              </a:spcAft>
              <a:buNone/>
              <a:defRPr sz="1275">
                <a:solidFill>
                  <a:srgbClr val="263746"/>
                </a:solidFill>
                <a:latin typeface="Source Sans Pro"/>
                <a:ea typeface="Source Sans Pro"/>
                <a:cs typeface="Source Sans Pro"/>
              </a:defRPr>
            </a:pPr>
            <a:r>
              <a:rPr sz="1275">
                <a:solidFill>
                  <a:srgbClr val="263746"/>
                </a:solidFill>
                <a:latin typeface="Source Sans Pro"/>
                <a:ea typeface="Source Sans Pro"/>
                <a:cs typeface="Source Sans Pro"/>
              </a:rPr>
              <a:t>A skipped optimization cell caused the notebook to exhaust memory.</a:t>
            </a:r>
          </a:p>
          <a:p xmlns:a="http://schemas.openxmlformats.org/drawingml/2006/main">
            <a:pPr marL="18" indent="-10" algn="l">
              <a:spcAft>
                <a:spcPts val="7"/>
              </a:spcAft>
              <a:buNone/>
              <a:defRPr sz="1275">
                <a:solidFill>
                  <a:srgbClr val="263746"/>
                </a:solidFill>
                <a:latin typeface="Source Sans Pro"/>
                <a:ea typeface="Source Sans Pro"/>
                <a:cs typeface="Source Sans Pro"/>
              </a:defRPr>
            </a:pPr>
            <a:r>
              <a:rPr sz="1275">
                <a:solidFill>
                  <a:srgbClr val="263746"/>
                </a:solidFill>
                <a:latin typeface="Source Sans Pro"/>
                <a:ea typeface="Source Sans Pro"/>
                <a:cs typeface="Source Sans Pro"/>
              </a:rPr>
              <a:t>The science did not suddenly become wrong; the execution was fragile.</a:t>
            </a:r>
          </a:p>
          <a:p xmlns:a="http://schemas.openxmlformats.org/drawingml/2006/main">
            <a:pPr marL="18" indent="-10" algn="l">
              <a:spcBef>
                <a:spcPts val="8"/>
              </a:spcBef>
              <a:spcAft>
                <a:spcPts val="0"/>
              </a:spcAft>
              <a:buNone/>
              <a:defRPr sz="1275">
                <a:solidFill>
                  <a:srgbClr val="263746"/>
                </a:solidFill>
                <a:latin typeface="Source Sans Pro"/>
                <a:ea typeface="Source Sans Pro"/>
                <a:cs typeface="Source Sans Pro"/>
              </a:defRPr>
            </a:pPr>
            <a:r>
              <a:rPr sz="1275" b="1">
                <a:solidFill>
                  <a:srgbClr val="263746"/>
                </a:solidFill>
                <a:latin typeface="Source Sans Pro"/>
                <a:ea typeface="Source Sans Pro"/>
                <a:cs typeface="Source Sans Pro"/>
              </a:rPr>
              <a:t>Takeaway: Hidden state can turn a successful experiment into a failed demonstration.</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3da1aebbbb7d4919"/>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7479376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93726"/>
          </a:bodyPr>
          <a:lstStyle xmlns:a="http://schemas.openxmlformats.org/drawingml/2006/main"/>
          <a:p xmlns:a="http://schemas.openxmlformats.org/drawingml/2006/main">
            <a:r>
              <a:t>Notebook state hides dependencies</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lstStyle xmlns:a="http://schemas.openxmlformats.org/drawingml/2006/main"/>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Execution order: Run All produces a different result.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Variables in memory: a clean kernel raises an error.</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Local paths and data: the code works only on one laptop.</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Library versions: reinstalling changes the result.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Work during import: tests and tools become slow or fail.</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A workflow that depends on memory or history is not yet repeatable.</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1b3705a679c44e9c"/>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5381509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6248400" y="365125"/>
            <a:ext cx="5181600" cy="1325563"/>
          </a:xfrm>
        </p:spPr>
        <p:txBody>
          <a:bodyPr xmlns:a="http://schemas.openxmlformats.org/drawingml/2006/main" anchor="ctr">
            <a:normAutofit fontScale="89755"/>
          </a:bodyPr>
          <a:lstStyle xmlns:a="http://schemas.openxmlformats.org/drawingml/2006/main"/>
          <a:p xmlns:a="http://schemas.openxmlformats.org/drawingml/2006/main">
            <a:r>
              <a:t>Four different workflow guarantees</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6248400" y="1809750"/>
            <a:ext cx="5181600" cy="4000500"/>
          </a:xfrm>
        </p:spPr>
        <p:txBody>
          <a:bodyPr xmlns:a="http://schemas.openxmlformats.org/drawingml/2006/main" anchor="t">
            <a:normAutofit fontScale="100000"/>
          </a:bodyPr>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Terminology varies by field. In this talk:</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Repeatable: the same inputs and environment produce the result again.</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Reproducible: another person can rebuild and repeat the workflow.</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Portable: the same entry point runs on another platform.</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Scalable: the algorithm and resource plan use larger systems effectively.</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Packaging improves repeatability and portability; it does not guarantee scale.</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1d19302f08374e55"/>
          <a:srcRect xmlns:a="http://schemas.openxmlformats.org/drawingml/2006/main" l="12701" t="0" r="10752" b="1"/>
          <a:stretch xmlns:a="http://schemas.openxmlformats.org/drawingml/2006/main"/>
        </p:blipFill>
        <p:spPr>
          <a:xfrm xmlns:a="http://schemas.openxmlformats.org/drawingml/2006/main">
            <a:off x="20" y="10"/>
            <a:ext cx="5791180" cy="6355070"/>
          </a:xfrm>
        </p:spPr>
      </p:pic>
    </p:spTree>
    <p:extLst>
      <p:ext uri="{BB962C8B-B14F-4D97-AF65-F5344CB8AC3E}">
        <p14:creationId xmlns:p14="http://schemas.microsoft.com/office/powerpoint/2010/main" val="41052710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6248400" y="365125"/>
            <a:ext cx="5181600" cy="1325563"/>
          </a:xfrm>
        </p:spPr>
        <p:txBody>
          <a:bodyPr xmlns:a="http://schemas.openxmlformats.org/drawingml/2006/main" anchor="ctr">
            <a:normAutofit fontScale="76234"/>
          </a:bodyPr>
          <a:lstStyle xmlns:a="http://schemas.openxmlformats.org/drawingml/2006/main"/>
          <a:p xmlns:a="http://schemas.openxmlformats.org/drawingml/2006/main">
            <a:r>
              <a:t>Notebooks and packages do different jobs</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6248400" y="1809750"/>
            <a:ext cx="5181600" cy="4000500"/>
          </a:xfrm>
        </p:spPr>
        <p:txBody>
          <a:bodyPr xmlns:a="http://schemas.openxmlformats.org/drawingml/2006/main" anchor="t">
            <a:normAutofit fontScale="100000"/>
          </a:bodyPr>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Use a notebook to:</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Explore data and hypotheses.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Keep equations, code, plots, and reasoning together.</a:t>
            </a:r>
          </a:p>
          <a:p xmlns:a="http://schemas.openxmlformats.org/drawingml/2006/main">
            <a:pPr algn="l">
              <a:spcBef>
                <a:spcPts val="5"/>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Use a package to:</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Expose stable functions and declare dependencies.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Support tests, automation, and multiple entry points.</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The durable workflow is notebook plus package.</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5003c3bcbff7416d"/>
          <a:srcRect xmlns:a="http://schemas.openxmlformats.org/drawingml/2006/main" l="12701" t="0" r="10752" b="1"/>
          <a:stretch xmlns:a="http://schemas.openxmlformats.org/drawingml/2006/main"/>
        </p:blipFill>
        <p:spPr>
          <a:xfrm xmlns:a="http://schemas.openxmlformats.org/drawingml/2006/main">
            <a:off x="20" y="10"/>
            <a:ext cx="5791180" cy="6355070"/>
          </a:xfrm>
        </p:spPr>
      </p:pic>
    </p:spTree>
    <p:extLst>
      <p:ext uri="{BB962C8B-B14F-4D97-AF65-F5344CB8AC3E}">
        <p14:creationId xmlns:p14="http://schemas.microsoft.com/office/powerpoint/2010/main" val="41052710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87140"/>
          </a:bodyPr>
          <a:lstStyle xmlns:a="http://schemas.openxmlformats.org/drawingml/2006/main"/>
          <a:p xmlns:a="http://schemas.openxmlformats.org/drawingml/2006/main">
            <a:r>
              <a:t>Move reusable code out of notebook state</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normAutofit fontScale="100000" lnSpcReduction="10000"/>
          </a:bodyPr>
          <a:lstStyle xmlns:a="http://schemas.openxmlformats.org/drawingml/2006/main"/>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Turn key calculations into functions with explicit arguments.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Pass paths and configuration instead of reading local globals.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Keep downloads, training, and plotting behind entry points.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Return values instead of relying on variables left in memory.</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Guard expensive scripts with if __name__ == "__main__":.</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The notebook tells the story; the package provides the implementation.</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9c6c6ad6c0ee4574"/>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74793761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83781"/>
          </a:bodyPr>
          <a:lstStyle xmlns:a="http://schemas.openxmlformats.org/drawingml/2006/main"/>
          <a:p xmlns:a="http://schemas.openxmlformats.org/drawingml/2006/main">
            <a:r>
              <a:t>The skydiver model has a testable contract</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terminal_velocity(mass, drag, gravity=9.81)</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velocity_at_time(time, mass, drag)</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Mass, drag, and gravity must be positive.</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Velocity starts at zero and approaches a finite limit.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More mass raises the limit; more drag lowers it.</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Scientific assumptions become behavior that software can check.</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4c9ee04e9bf24d54"/>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5381509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6248400" y="365125"/>
            <a:ext cx="5181600" cy="1325563"/>
          </a:xfrm>
        </p:spPr>
        <p:txBody>
          <a:bodyPr xmlns:a="http://schemas.openxmlformats.org/drawingml/2006/main" anchor="ctr">
            <a:normAutofit fontScale="81938"/>
          </a:bodyPr>
          <a:lstStyle xmlns:a="http://schemas.openxmlformats.org/drawingml/2006/main"/>
          <a:p xmlns:a="http://schemas.openxmlformats.org/drawingml/2006/main">
            <a:r>
              <a:t>nbdev exports selected notebook cells</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6248400" y="1809750"/>
            <a:ext cx="5181600" cy="4000500"/>
          </a:xfrm>
        </p:spPr>
        <p:txBody>
          <a:bodyPr xmlns:a="http://schemas.openxmlformats.org/drawingml/2006/main" anchor="t">
            <a:normAutofit fontScale="100000"/>
          </a:bodyPr>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 default_exp physics</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 export</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def terminal_velocity(...):</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    ...</a:t>
            </a:r>
          </a:p>
          <a:p xmlns:a="http://schemas.openxmlformats.org/drawingml/2006/main">
            <a:pPr algn="l">
              <a:spcBef>
                <a:spcPts val="6"/>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nbdev-export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The notebook remains the source for exported functions.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Generated modules are committed and reviewed.</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A command replaces the memory of which cells matter.</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eeb68ae7561b4914"/>
          <a:srcRect xmlns:a="http://schemas.openxmlformats.org/drawingml/2006/main" l="12701" t="0" r="10752" b="1"/>
          <a:stretch xmlns:a="http://schemas.openxmlformats.org/drawingml/2006/main"/>
        </p:blipFill>
        <p:spPr>
          <a:xfrm xmlns:a="http://schemas.openxmlformats.org/drawingml/2006/main">
            <a:off x="20" y="10"/>
            <a:ext cx="5791180" cy="6355070"/>
          </a:xfrm>
        </p:spPr>
      </p:pic>
    </p:spTree>
    <p:extLst>
      <p:ext uri="{BB962C8B-B14F-4D97-AF65-F5344CB8AC3E}">
        <p14:creationId xmlns:p14="http://schemas.microsoft.com/office/powerpoint/2010/main" val="41052710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93726"/>
          </a:bodyPr>
          <a:lstStyle xmlns:a="http://schemas.openxmlformats.org/drawingml/2006/main"/>
          <a:p xmlns:a="http://schemas.openxmlformats.org/drawingml/2006/main">
            <a:r>
              <a:t>Every package artifact has a home</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normAutofit fontScale="100000" lnSpcReduction="10000"/>
          </a:bodyPr>
          <a:lstStyle xmlns:a="http://schemas.openxmlformats.org/drawingml/2006/main"/>
          <a:p xmlns:a="http://schemas.openxmlformats.org/drawingml/2006/main">
            <a:pPr algn="l">
              <a:spcBef>
                <a:spcPts val="0"/>
              </a:spcBef>
              <a:spcAft>
                <a:spcPts val="7"/>
              </a:spcAft>
              <a:buNone/>
              <a:defRPr sz="1125">
                <a:solidFill>
                  <a:srgbClr val="263746"/>
                </a:solidFill>
                <a:latin typeface="Source Sans Pro"/>
                <a:ea typeface="Source Sans Pro"/>
                <a:cs typeface="Source Sans Pro"/>
              </a:defRPr>
            </a:pPr>
            <a:r>
              <a:rPr sz="1125" b="0">
                <a:solidFill>
                  <a:srgbClr val="263746"/>
                </a:solidFill>
                <a:latin typeface="Source Sans Pro"/>
                <a:ea typeface="Source Sans Pro"/>
                <a:cs typeface="Source Sans Pro"/>
              </a:rPr>
              <a:t>nbs/00_skydiver.ipynb   # explanation + source</a:t>
            </a:r>
          </a:p>
          <a:p xmlns:a="http://schemas.openxmlformats.org/drawingml/2006/main">
            <a:pPr algn="l">
              <a:spcBef>
                <a:spcPts val="0"/>
              </a:spcBef>
              <a:spcAft>
                <a:spcPts val="7"/>
              </a:spcAft>
              <a:buNone/>
              <a:defRPr sz="1125">
                <a:solidFill>
                  <a:srgbClr val="263746"/>
                </a:solidFill>
                <a:latin typeface="Source Sans Pro"/>
                <a:ea typeface="Source Sans Pro"/>
                <a:cs typeface="Source Sans Pro"/>
              </a:defRPr>
            </a:pPr>
            <a:r>
              <a:rPr sz="1125" b="0">
                <a:solidFill>
                  <a:srgbClr val="263746"/>
                </a:solidFill>
                <a:latin typeface="Source Sans Pro"/>
                <a:ea typeface="Source Sans Pro"/>
                <a:cs typeface="Source Sans Pro"/>
              </a:rPr>
              <a:t>skydiver/physics.py     # exported functions</a:t>
            </a:r>
          </a:p>
          <a:p xmlns:a="http://schemas.openxmlformats.org/drawingml/2006/main">
            <a:pPr algn="l">
              <a:spcBef>
                <a:spcPts val="0"/>
              </a:spcBef>
              <a:spcAft>
                <a:spcPts val="7"/>
              </a:spcAft>
              <a:buNone/>
              <a:defRPr sz="1125">
                <a:solidFill>
                  <a:srgbClr val="263746"/>
                </a:solidFill>
                <a:latin typeface="Source Sans Pro"/>
                <a:ea typeface="Source Sans Pro"/>
                <a:cs typeface="Source Sans Pro"/>
              </a:defRPr>
            </a:pPr>
            <a:r>
              <a:rPr sz="1125" b="0">
                <a:solidFill>
                  <a:srgbClr val="263746"/>
                </a:solidFill>
                <a:latin typeface="Source Sans Pro"/>
                <a:ea typeface="Source Sans Pro"/>
                <a:cs typeface="Source Sans Pro"/>
              </a:rPr>
              <a:t>skydiver/cli.py         # command-line entry</a:t>
            </a:r>
          </a:p>
          <a:p xmlns:a="http://schemas.openxmlformats.org/drawingml/2006/main">
            <a:pPr algn="l">
              <a:spcBef>
                <a:spcPts val="0"/>
              </a:spcBef>
              <a:spcAft>
                <a:spcPts val="7"/>
              </a:spcAft>
              <a:buNone/>
              <a:defRPr sz="1125">
                <a:solidFill>
                  <a:srgbClr val="263746"/>
                </a:solidFill>
                <a:latin typeface="Source Sans Pro"/>
                <a:ea typeface="Source Sans Pro"/>
                <a:cs typeface="Source Sans Pro"/>
              </a:defRPr>
            </a:pPr>
            <a:r>
              <a:rPr sz="1125" b="0">
                <a:solidFill>
                  <a:srgbClr val="263746"/>
                </a:solidFill>
                <a:latin typeface="Source Sans Pro"/>
                <a:ea typeface="Source Sans Pro"/>
                <a:cs typeface="Source Sans Pro"/>
              </a:rPr>
              <a:t>tests/test_physics.py    # scientific checks</a:t>
            </a:r>
          </a:p>
          <a:p xmlns:a="http://schemas.openxmlformats.org/drawingml/2006/main">
            <a:pPr algn="l">
              <a:spcBef>
                <a:spcPts val="0"/>
              </a:spcBef>
              <a:spcAft>
                <a:spcPts val="7"/>
              </a:spcAft>
              <a:buNone/>
              <a:defRPr sz="1125">
                <a:solidFill>
                  <a:srgbClr val="263746"/>
                </a:solidFill>
                <a:latin typeface="Source Sans Pro"/>
                <a:ea typeface="Source Sans Pro"/>
                <a:cs typeface="Source Sans Pro"/>
              </a:defRPr>
            </a:pPr>
            <a:r>
              <a:rPr sz="1125" b="0">
                <a:solidFill>
                  <a:srgbClr val="263746"/>
                </a:solidFill>
                <a:latin typeface="Source Sans Pro"/>
                <a:ea typeface="Source Sans Pro"/>
                <a:cs typeface="Source Sans Pro"/>
              </a:rPr>
              <a:t>pyproject.toml           # dependencies + build</a:t>
            </a:r>
          </a:p>
          <a:p xmlns:a="http://schemas.openxmlformats.org/drawingml/2006/main">
            <a:pPr algn="l">
              <a:spcBef>
                <a:spcPts val="0"/>
              </a:spcBef>
              <a:spcAft>
                <a:spcPts val="7"/>
              </a:spcAft>
              <a:buNone/>
              <a:defRPr sz="1125">
                <a:solidFill>
                  <a:srgbClr val="263746"/>
                </a:solidFill>
                <a:latin typeface="Source Sans Pro"/>
                <a:ea typeface="Source Sans Pro"/>
                <a:cs typeface="Source Sans Pro"/>
              </a:defRPr>
            </a:pPr>
            <a:r>
              <a:rPr sz="1125" b="0">
                <a:solidFill>
                  <a:srgbClr val="263746"/>
                </a:solidFill>
                <a:latin typeface="Source Sans Pro"/>
                <a:ea typeface="Source Sans Pro"/>
                <a:cs typeface="Source Sans Pro"/>
              </a:rPr>
              <a:t>README.md                # install + run</a:t>
            </a:r>
          </a:p>
          <a:p xmlns:a="http://schemas.openxmlformats.org/drawingml/2006/main">
            <a:pPr marL="18" indent="-10" algn="l">
              <a:spcBef>
                <a:spcPts val="8"/>
              </a:spcBef>
              <a:spcAft>
                <a:spcPts val="0"/>
              </a:spcAft>
              <a:buNone/>
              <a:defRPr sz="1125">
                <a:solidFill>
                  <a:srgbClr val="263746"/>
                </a:solidFill>
                <a:latin typeface="Source Sans Pro"/>
                <a:ea typeface="Source Sans Pro"/>
                <a:cs typeface="Source Sans Pro"/>
              </a:defRPr>
            </a:pPr>
            <a:r>
              <a:rPr sz="1125" b="1">
                <a:solidFill>
                  <a:srgbClr val="263746"/>
                </a:solidFill>
                <a:latin typeface="Source Sans Pro"/>
                <a:ea typeface="Source Sans Pro"/>
                <a:cs typeface="Source Sans Pro"/>
              </a:rPr>
              <a:t>Takeaway: A collaborator can find the model, tests, and instructions without asking.</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b907f1c94dd54b00"/>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74793761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93726"/>
          </a:bodyPr>
          <a:lstStyle xmlns:a="http://schemas.openxmlformats.org/drawingml/2006/main"/>
          <a:p xmlns:a="http://schemas.openxmlformats.org/drawingml/2006/main">
            <a:r>
              <a:t>Test first in a fresh process</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normAutofit fontScale="100000" lnSpcReduction="10000"/>
          </a:bodyPr>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python -m venv .venv</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python -m pip install -e ".[dev]"</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nbdev-export</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pytest -q</a:t>
            </a:r>
          </a:p>
          <a:p xmlns:a="http://schemas.openxmlformats.org/drawingml/2006/main">
            <a:pPr algn="l">
              <a:spcBef>
                <a:spcPts val="0"/>
              </a:spcBef>
              <a:spcAft>
                <a:spcPts val="10"/>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skydiver --mass 80 --drag 0.26</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54.94 m/s terminal velocity; 14.82 s to reach 99%.</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The CLI no longer depends on the notebook kernel.</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9400bd21ee4b4e8c"/>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74793761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93726"/>
          </a:bodyPr>
          <a:lstStyle xmlns:a="http://schemas.openxmlformats.org/drawingml/2006/main"/>
          <a:p xmlns:a="http://schemas.openxmlformats.org/drawingml/2006/main">
            <a:r>
              <a:t>Tests should protect scientific meaning</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lstStyle xmlns:a="http://schemas.openxmlformats.org/drawingml/2006/main"/>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Known value: example inputs produce the expected terminal velocity.</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Invariant: the limit is finite and has the expected sign convention.</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Relationship: more mass raises the limit; more drag lowers it.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Boundary: invalid physical parameters raise a clear error.</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Interface: scalar and array inputs behave predictably.</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Coverage says code ran; scientific tests say claims still hold.</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350eb5f5078e43d4"/>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53815096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10515600" cy="1325563"/>
          </a:xfrm>
        </p:spPr>
        <p:txBody>
          <a:bodyPr xmlns:a="http://schemas.openxmlformats.org/drawingml/2006/main" vert="horz" lIns="91440" tIns="45720" rIns="91440" bIns="45720" anchor="ctr">
            <a:normAutofit fontScale="100000"/>
          </a:bodyPr>
          <a:lstStyle xmlns:a="http://schemas.openxmlformats.org/drawingml/2006/main"/>
          <a:p xmlns:a="http://schemas.openxmlformats.org/drawingml/2006/main">
            <a:r>
              <a:rPr sz="4600" b="1">
                <a:latin typeface="Teko SemiBold"/>
                <a:ea typeface="Teko SemiBold"/>
                <a:cs typeface="Teko SemiBold"/>
              </a:rPr>
              <a:t>CI repeats the clean-room workflow</a:t>
            </a:r>
          </a:p>
        </p:txBody>
      </p:sp>
      <p:sp>
        <p:nvSpPr>
          <p:cNvPr id="3" name="TextBox 2">
            <a:extLst xmlns:a="http://schemas.openxmlformats.org/drawingml/2006/main">
              <a:ext uri="{FF2B5EF4-FFF2-40B4-BE49-F238E27FC236}">
                <a16:creationId xmlns:a16="http://schemas.microsoft.com/office/drawing/2014/main" id="{54F5261F-152E-6A60-806C-F4A470526B12}"/>
              </a:ext>
            </a:extLst>
          </p:cNvPr>
          <p:cNvSpPr>
            <a:spLocks xmlns:a="http://schemas.openxmlformats.org/drawingml/2006/main" noGrp="1"/>
          </p:cNvSpPr>
          <p:nvPr/>
        </p:nvSpPr>
        <p:spPr>
          <a:xfrm xmlns:a="http://schemas.openxmlformats.org/drawingml/2006/main">
            <a:off x="838200" y="1676400"/>
            <a:ext cx="10515600" cy="809625"/>
          </a:xfrm>
          <a:prstGeom xmlns:a="http://schemas.openxmlformats.org/drawingml/2006/main" prst="rect">
            <a:avLst/>
          </a:prstGeom>
        </p:spPr>
        <p:txBody>
          <a:bodyPr xmlns:a="http://schemas.openxmlformats.org/drawingml/2006/main" vert="horz" lIns="91440" tIns="45720" rIns="91440" bIns="45720" anchor="b">
            <a:normAutofit fontScale="100000"/>
          </a:bodyPr>
          <a:lstStyle xmlns:a="http://schemas.openxmlformats.org/drawingml/2006/main"/>
          <a:p xmlns:a="http://schemas.openxmlformats.org/drawingml/2006/main">
            <a:pPr>
              <a:spcBef>
                <a:spcPts val="0"/>
              </a:spcBef>
              <a:spcAft>
                <a:spcPts val="5"/>
              </a:spcAft>
              <a:buNone/>
              <a:defRPr sz="1350">
                <a:solidFill>
                  <a:srgbClr val="263746"/>
                </a:solidFill>
                <a:latin typeface="Source Sans Pro"/>
                <a:ea typeface="Source Sans Pro"/>
                <a:cs typeface="Source Sans Pro"/>
              </a:defRPr>
            </a:pPr>
            <a:r>
              <a:rPr sz="1350" b="1">
                <a:solidFill>
                  <a:srgbClr val="263746"/>
                </a:solidFill>
                <a:latin typeface="Source Sans Pro"/>
                <a:ea typeface="Source Sans Pro"/>
                <a:cs typeface="Source Sans Pro"/>
              </a:rPr>
              <a:t>checkout -&gt; install -&gt; export -&gt; test -&gt; build wheel</a:t>
            </a:r>
          </a:p>
          <a:p xmlns:a="http://schemas.openxmlformats.org/drawingml/2006/main">
            <a:pPr>
              <a:spcBef>
                <a:spcPts val="0"/>
              </a:spcBef>
              <a:spcAft>
                <a:spcPts val="7"/>
              </a:spcAft>
              <a:buNone/>
              <a:defRPr sz="1350">
                <a:solidFill>
                  <a:srgbClr val="263746"/>
                </a:solidFill>
                <a:latin typeface="Source Sans Pro"/>
                <a:ea typeface="Source Sans Pro"/>
                <a:cs typeface="Source Sans Pro"/>
              </a:defRPr>
            </a:pPr>
            <a:r>
              <a:rPr sz="1350" b="1">
                <a:solidFill>
                  <a:srgbClr val="263746"/>
                </a:solidFill>
                <a:latin typeface="Source Sans Pro"/>
                <a:ea typeface="Source Sans Pro"/>
                <a:cs typeface="Source Sans Pro"/>
              </a:rPr>
              <a:t>A failed gate stops the release before an expensive or public step.</a:t>
            </a:r>
          </a:p>
        </p:txBody>
      </p:sp>
      <p:pic>
        <p:nvPicPr>
          <p:cNvPr id="23" name="Content Placeholder 12"/>
          <p:cNvPicPr>
            <a:picLocks xmlns:a="http://schemas.openxmlformats.org/drawingml/2006/main" noChangeAspect="1"/>
          </p:cNvPicPr>
          <p:nvPr>
            <p:ph idx="2"/>
          </p:nvPr>
        </p:nvPicPr>
        <p:blipFill>
          <a:blip xmlns:r="http://schemas.openxmlformats.org/officeDocument/2006/relationships" xmlns:a="http://schemas.openxmlformats.org/drawingml/2006/main" r:embed="Rf1f6da4e32b64960"/>
          <a:stretch xmlns:a="http://schemas.openxmlformats.org/drawingml/2006/main">
            <a:fillRect l="0" t="0" r="0" b="0"/>
          </a:stretch>
        </p:blipFill>
        <p:spPr>
          <a:xfrm xmlns:a="http://schemas.openxmlformats.org/drawingml/2006/main">
            <a:off x="1143000" y="2539104"/>
            <a:ext cx="8913812" cy="3231254"/>
          </a:xfrm>
        </p:spPr>
      </p:pic>
      <p:sp>
        <p:nvSpPr>
          <p:cNvPr id="2" name="TextBox 1">
            <a:extLst xmlns:a="http://schemas.openxmlformats.org/drawingml/2006/main">
              <a:ext uri="{FF2B5EF4-FFF2-40B4-BE49-F238E27FC236}">
                <a16:creationId xmlns:a16="http://schemas.microsoft.com/office/drawing/2014/main" id="{7AFA7D1D-1599-62F4-BF80-2BC3DCA340B0}"/>
              </a:ext>
            </a:extLst>
          </p:cNvPr>
          <p:cNvSpPr>
            <a:spLocks xmlns:a="http://schemas.openxmlformats.org/drawingml/2006/main" noGrp="1"/>
          </p:cNvSpPr>
          <p:nvPr/>
        </p:nvSpPr>
        <p:spPr>
          <a:xfrm xmlns:a="http://schemas.openxmlformats.org/drawingml/2006/main">
            <a:off x="2895600" y="5562600"/>
            <a:ext cx="7620000" cy="823912"/>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pPr>
              <a:lnSpc>
                <a:spcPct val="95000"/>
              </a:lnSpc>
              <a:spcBef>
                <a:spcPct val="20000"/>
              </a:spcBef>
              <a:buClr>
                <a:srgbClr val="000000"/>
              </a:buClr>
              <a:buSzPct val="100000"/>
              <a:buNone/>
            </a:pPr>
            <a:r>
              <a:rPr sz="1700" b="1">
                <a:latin typeface="Source Sans Pro"/>
                <a:ea typeface="Source Sans Pro"/>
                <a:cs typeface="Source Sans Pro"/>
              </a:rPr>
              <a:t>Image reference: https://</a:t>
            </a:r>
            <a:r>
              <a:rPr sz="1700" b="1">
                <a:latin typeface="Source Sans Pro"/>
                <a:ea typeface="Source Sans Pro"/>
                <a:cs typeface="Source Sans Pro"/>
              </a:rPr>
              <a:t>www.pmi.org</a:t>
            </a:r>
            <a:r>
              <a:rPr sz="1700" b="1">
                <a:latin typeface="Source Sans Pro"/>
                <a:ea typeface="Source Sans Pro"/>
                <a:cs typeface="Source Sans Pro"/>
              </a:rPr>
              <a:t>/disciplined-agile/lifecycle/exploratory-lifecycle</a:t>
            </a:r>
          </a:p>
        </p:txBody>
      </p:sp>
    </p:spTree>
    <p:extLst>
      <p:ext uri="{BB962C8B-B14F-4D97-AF65-F5344CB8AC3E}">
        <p14:creationId xmlns:p14="http://schemas.microsoft.com/office/powerpoint/2010/main" val="282443843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84753"/>
          </a:bodyPr>
          <a:lstStyle xmlns:a="http://schemas.openxmlformats.org/drawingml/2006/main"/>
          <a:p xmlns:a="http://schemas.openxmlformats.org/drawingml/2006/main">
            <a:r>
              <a:t>A wheel is a versioned Python artifact</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normAutofit fontScale="100000" lnSpcReduction="10000"/>
          </a:bodyPr>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python -m build --wheel</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A wheel contains package code and installation metadata.</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A version identifies the implementation that produced a result.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CI builds the artifact only after tests pass.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Deployment installs the wheel instead of copying loose files.</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Build once, identify the version, and promote the same artifact.</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bfb2c558d3844624"/>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74793761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6248400" y="365125"/>
            <a:ext cx="5181600" cy="1325563"/>
          </a:xfrm>
        </p:spPr>
        <p:txBody>
          <a:bodyPr xmlns:a="http://schemas.openxmlformats.org/drawingml/2006/main" anchor="ctr">
            <a:normAutofit fontScale="100000"/>
          </a:bodyPr>
          <a:lstStyle xmlns:a="http://schemas.openxmlformats.org/drawingml/2006/main"/>
          <a:p xmlns:a="http://schemas.openxmlformats.org/drawingml/2006/main">
            <a:r>
              <a:t>Containers record the runtime</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6248400" y="1809750"/>
            <a:ext cx="5181600" cy="4000500"/>
          </a:xfrm>
        </p:spPr>
        <p:txBody>
          <a:bodyPr xmlns:a="http://schemas.openxmlformats.org/drawingml/2006/main" anchor="t">
            <a:normAutofit fontScale="100000"/>
          </a:bodyPr>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FROM python:3.12-slim</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RUN python -m pip install /opt/skydiver</a:t>
            </a:r>
          </a:p>
          <a:p xmlns:a="http://schemas.openxmlformats.org/drawingml/2006/main">
            <a:pPr algn="l">
              <a:spcBef>
                <a:spcPts val="0"/>
              </a:spcBef>
              <a:spcAft>
                <a:spcPts val="10"/>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ENTRYPOINT ["python", "-m", "skydiver.cli"]</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The package records Python code and dependencies.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The image records the OS-level runtime and entry point.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Build locally or in CI, not on an HPC login node.</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A container preserves the environment; it does not validate the science.</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8405950588374bc5"/>
          <a:srcRect xmlns:a="http://schemas.openxmlformats.org/drawingml/2006/main" l="12701" t="0" r="10752" b="1"/>
          <a:stretch xmlns:a="http://schemas.openxmlformats.org/drawingml/2006/main"/>
        </p:blipFill>
        <p:spPr>
          <a:xfrm xmlns:a="http://schemas.openxmlformats.org/drawingml/2006/main">
            <a:off x="20" y="10"/>
            <a:ext cx="5791180" cy="6355070"/>
          </a:xfrm>
        </p:spPr>
      </p:pic>
    </p:spTree>
    <p:extLst>
      <p:ext uri="{BB962C8B-B14F-4D97-AF65-F5344CB8AC3E}">
        <p14:creationId xmlns:p14="http://schemas.microsoft.com/office/powerpoint/2010/main" val="41052710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93726"/>
          </a:bodyPr>
          <a:lstStyle xmlns:a="http://schemas.openxmlformats.org/drawingml/2006/main"/>
          <a:p xmlns:a="http://schemas.openxmlformats.org/drawingml/2006/main">
            <a:r>
              <a:t>One entry point can travel everywhere</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notebook -&gt; package -&gt; tests -&gt; wheel -&gt; container</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                                  |</a:t>
            </a:r>
          </a:p>
          <a:p xmlns:a="http://schemas.openxmlformats.org/drawingml/2006/main">
            <a:pPr algn="l">
              <a:spcBef>
                <a:spcPts val="0"/>
              </a:spcBef>
              <a:spcAft>
                <a:spcPts val="10"/>
              </a:spcAft>
              <a:buNone/>
              <a:defRPr sz="1200">
                <a:solidFill>
                  <a:srgbClr val="263746"/>
                </a:solidFill>
                <a:latin typeface="Source Sans Pro"/>
                <a:ea typeface="Source Sans Pro"/>
                <a:cs typeface="Source Sans Pro"/>
              </a:defRPr>
            </a:pPr>
            <a:r>
              <a:rPr sz="1200" b="0">
                <a:solidFill>
                  <a:srgbClr val="263746"/>
                </a:solidFill>
                <a:latin typeface="Source Sans Pro"/>
                <a:ea typeface="Source Sans Pro"/>
                <a:cs typeface="Source Sans Pro"/>
              </a:rPr>
              <a:t>                       laptop / CI / HPC</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The calculation is not rewritten for each destination.</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Configuration changes; the application interface does not.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Logs and outputs can be compared across environments.</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Portability comes from a stable entry point and recorded runtime.</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b5e0054d010c48d6"/>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5381509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93726"/>
          </a:bodyPr>
          <a:lstStyle xmlns:a="http://schemas.openxmlformats.org/drawingml/2006/main"/>
          <a:p xmlns:a="http://schemas.openxmlformats.org/drawingml/2006/main">
            <a:r>
              <a:t>The scheduler owns HPC resources</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lstStyle xmlns:a="http://schemas.openxmlformats.org/drawingml/2006/main"/>
          <a:p xmlns:a="http://schemas.openxmlformats.org/drawingml/2006/main">
            <a:pPr algn="l">
              <a:spcBef>
                <a:spcPts val="0"/>
              </a:spcBef>
              <a:spcAft>
                <a:spcPts val="7"/>
              </a:spcAft>
              <a:buNone/>
              <a:defRPr sz="1125">
                <a:solidFill>
                  <a:srgbClr val="263746"/>
                </a:solidFill>
                <a:latin typeface="Source Sans Pro"/>
                <a:ea typeface="Source Sans Pro"/>
                <a:cs typeface="Source Sans Pro"/>
              </a:defRPr>
            </a:pPr>
            <a:r>
              <a:rPr sz="1125" b="1">
                <a:solidFill>
                  <a:srgbClr val="263746"/>
                </a:solidFill>
                <a:latin typeface="Source Sans Pro"/>
                <a:ea typeface="Source Sans Pro"/>
                <a:cs typeface="Source Sans Pro"/>
              </a:rPr>
              <a:t>#SBATCH --time=00:10:00  --mem=8G  --gpus=1</a:t>
            </a:r>
          </a:p>
          <a:p xmlns:a="http://schemas.openxmlformats.org/drawingml/2006/main">
            <a:pPr algn="l">
              <a:spcBef>
                <a:spcPts val="0"/>
              </a:spcBef>
              <a:spcAft>
                <a:spcPts val="9"/>
              </a:spcAft>
              <a:buNone/>
              <a:defRPr sz="1125">
                <a:solidFill>
                  <a:srgbClr val="263746"/>
                </a:solidFill>
                <a:latin typeface="Source Sans Pro"/>
                <a:ea typeface="Source Sans Pro"/>
                <a:cs typeface="Source Sans Pro"/>
              </a:defRPr>
            </a:pPr>
            <a:r>
              <a:rPr sz="1125" b="0">
                <a:solidFill>
                  <a:srgbClr val="263746"/>
                </a:solidFill>
                <a:latin typeface="Source Sans Pro"/>
                <a:ea typeface="Source Sans Pro"/>
                <a:cs typeface="Source Sans Pro"/>
              </a:rPr>
              <a:t>singularity exec --nv model.sif python -m your_package.train</a:t>
            </a:r>
          </a:p>
          <a:p xmlns:a="http://schemas.openxmlformats.org/drawingml/2006/main">
            <a:pPr marL="18" indent="-10" algn="l">
              <a:spcAft>
                <a:spcPts val="7"/>
              </a:spcAft>
              <a:buNone/>
              <a:defRPr sz="1125">
                <a:solidFill>
                  <a:srgbClr val="263746"/>
                </a:solidFill>
                <a:latin typeface="Source Sans Pro"/>
                <a:ea typeface="Source Sans Pro"/>
                <a:cs typeface="Source Sans Pro"/>
              </a:defRPr>
            </a:pPr>
            <a:r>
              <a:rPr sz="1125">
                <a:solidFill>
                  <a:srgbClr val="263746"/>
                </a:solidFill>
                <a:latin typeface="Source Sans Pro"/>
                <a:ea typeface="Source Sans Pro"/>
                <a:cs typeface="Source Sans Pro"/>
              </a:rPr>
              <a:t>Request account, partition/QOS, time, memory, CPUs, and GPUs.</a:t>
            </a:r>
          </a:p>
          <a:p xmlns:a="http://schemas.openxmlformats.org/drawingml/2006/main">
            <a:pPr marL="18" indent="-10" algn="l">
              <a:spcAft>
                <a:spcPts val="7"/>
              </a:spcAft>
              <a:buNone/>
              <a:defRPr sz="1125">
                <a:solidFill>
                  <a:srgbClr val="263746"/>
                </a:solidFill>
                <a:latin typeface="Source Sans Pro"/>
                <a:ea typeface="Source Sans Pro"/>
                <a:cs typeface="Source Sans Pro"/>
              </a:defRPr>
            </a:pPr>
            <a:r>
              <a:rPr sz="1125">
                <a:solidFill>
                  <a:srgbClr val="263746"/>
                </a:solidFill>
                <a:latin typeface="Source Sans Pro"/>
                <a:ea typeface="Source Sans Pro"/>
                <a:cs typeface="Source Sans Pro"/>
              </a:rPr>
              <a:t>Use --nv only for an allocated NVIDIA workload.</a:t>
            </a:r>
          </a:p>
          <a:p xmlns:a="http://schemas.openxmlformats.org/drawingml/2006/main">
            <a:pPr marL="18" indent="-10" algn="l">
              <a:spcAft>
                <a:spcPts val="7"/>
              </a:spcAft>
              <a:buNone/>
              <a:defRPr sz="1125">
                <a:solidFill>
                  <a:srgbClr val="263746"/>
                </a:solidFill>
                <a:latin typeface="Source Sans Pro"/>
                <a:ea typeface="Source Sans Pro"/>
                <a:cs typeface="Source Sans Pro"/>
              </a:defRPr>
            </a:pPr>
            <a:r>
              <a:rPr sz="1125">
                <a:solidFill>
                  <a:srgbClr val="263746"/>
                </a:solidFill>
                <a:latin typeface="Source Sans Pro"/>
                <a:ea typeface="Source Sans Pro"/>
                <a:cs typeface="Source Sans Pro"/>
              </a:rPr>
              <a:t>Check current SDSC guides and module spider before submitting.</a:t>
            </a:r>
          </a:p>
          <a:p xmlns:a="http://schemas.openxmlformats.org/drawingml/2006/main">
            <a:pPr marL="18" indent="-10" algn="l">
              <a:spcBef>
                <a:spcPts val="8"/>
              </a:spcBef>
              <a:spcAft>
                <a:spcPts val="0"/>
              </a:spcAft>
              <a:buNone/>
              <a:defRPr sz="1125">
                <a:solidFill>
                  <a:srgbClr val="263746"/>
                </a:solidFill>
                <a:latin typeface="Source Sans Pro"/>
                <a:ea typeface="Source Sans Pro"/>
                <a:cs typeface="Source Sans Pro"/>
              </a:defRPr>
            </a:pPr>
            <a:r>
              <a:rPr sz="1125" b="1">
                <a:solidFill>
                  <a:srgbClr val="263746"/>
                </a:solidFill>
                <a:latin typeface="Source Sans Pro"/>
                <a:ea typeface="Source Sans Pro"/>
                <a:cs typeface="Source Sans Pro"/>
              </a:rPr>
              <a:t>Takeaway: The tutorial is CPU-only; GPU files are templates for the ML workflow.</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3249aae1a51e4a9d"/>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53815096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10515600" cy="1325563"/>
          </a:xfrm>
        </p:spPr>
        <p:txBody>
          <a:bodyPr xmlns:a="http://schemas.openxmlformats.org/drawingml/2006/main" vert="horz" lIns="91440" tIns="45720" rIns="91440" bIns="45720" anchor="ctr">
            <a:normAutofit fontScale="100000"/>
          </a:bodyPr>
          <a:lstStyle xmlns:a="http://schemas.openxmlformats.org/drawingml/2006/main"/>
          <a:p xmlns:a="http://schemas.openxmlformats.org/drawingml/2006/main">
            <a:r>
              <a:rPr sz="4600" b="1">
                <a:latin typeface="Teko SemiBold"/>
                <a:ea typeface="Teko SemiBold"/>
                <a:cs typeface="Teko SemiBold"/>
              </a:rPr>
              <a:t>MLOps is a feedback loop</a:t>
            </a:r>
          </a:p>
        </p:txBody>
      </p:sp>
      <p:sp>
        <p:nvSpPr>
          <p:cNvPr id="3" name="TextBox 2">
            <a:extLst xmlns:a="http://schemas.openxmlformats.org/drawingml/2006/main">
              <a:ext uri="{FF2B5EF4-FFF2-40B4-BE49-F238E27FC236}">
                <a16:creationId xmlns:a16="http://schemas.microsoft.com/office/drawing/2014/main" id="{54F5261F-152E-6A60-806C-F4A470526B12}"/>
              </a:ext>
            </a:extLst>
          </p:cNvPr>
          <p:cNvSpPr>
            <a:spLocks xmlns:a="http://schemas.openxmlformats.org/drawingml/2006/main" noGrp="1"/>
          </p:cNvSpPr>
          <p:nvPr/>
        </p:nvSpPr>
        <p:spPr>
          <a:xfrm xmlns:a="http://schemas.openxmlformats.org/drawingml/2006/main">
            <a:off x="838200" y="1676400"/>
            <a:ext cx="10515600" cy="809625"/>
          </a:xfrm>
          <a:prstGeom xmlns:a="http://schemas.openxmlformats.org/drawingml/2006/main" prst="rect">
            <a:avLst/>
          </a:prstGeom>
        </p:spPr>
        <p:txBody>
          <a:bodyPr xmlns:a="http://schemas.openxmlformats.org/drawingml/2006/main" vert="horz" lIns="91440" tIns="45720" rIns="91440" bIns="45720" anchor="t">
            <a:normAutofit fontScale="100000"/>
          </a:bodyPr>
          <a:lstStyle xmlns:a="http://schemas.openxmlformats.org/drawingml/2006/main"/>
          <a:p xmlns:a="http://schemas.openxmlformats.org/drawingml/2006/main">
            <a:pPr algn="l">
              <a:spcBef>
                <a:spcPts val="0"/>
              </a:spcBef>
              <a:spcAft>
                <a:spcPts val="5"/>
              </a:spcAft>
              <a:buNone/>
              <a:defRPr sz="1350">
                <a:solidFill>
                  <a:srgbClr val="263746"/>
                </a:solidFill>
                <a:latin typeface="Source Sans Pro"/>
                <a:ea typeface="Source Sans Pro"/>
                <a:cs typeface="Source Sans Pro"/>
              </a:defRPr>
            </a:pPr>
            <a:r>
              <a:rPr sz="1350" b="1">
                <a:solidFill>
                  <a:srgbClr val="263746"/>
                </a:solidFill>
                <a:latin typeface="Source Sans Pro"/>
                <a:ea typeface="Source Sans Pro"/>
                <a:cs typeface="Source Sans Pro"/>
              </a:rPr>
              <a:t>package -&gt; test -&gt; build -&gt; deploy -&gt; observe -&gt; improve</a:t>
            </a:r>
          </a:p>
          <a:p xmlns:a="http://schemas.openxmlformats.org/drawingml/2006/main">
            <a:pPr algn="l">
              <a:spcBef>
                <a:spcPts val="0"/>
              </a:spcBef>
              <a:spcAft>
                <a:spcPts val="7"/>
              </a:spcAft>
              <a:buNone/>
              <a:defRPr sz="1350">
                <a:solidFill>
                  <a:srgbClr val="263746"/>
                </a:solidFill>
                <a:latin typeface="Source Sans Pro"/>
                <a:ea typeface="Source Sans Pro"/>
                <a:cs typeface="Source Sans Pro"/>
              </a:defRPr>
            </a:pPr>
            <a:r>
              <a:rPr sz="1350" b="1">
                <a:solidFill>
                  <a:srgbClr val="263746"/>
                </a:solidFill>
                <a:latin typeface="Source Sans Pro"/>
                <a:ea typeface="Source Sans Pro"/>
                <a:cs typeface="Source Sans Pro"/>
              </a:rPr>
              <a:t>The goal is less uncertainty between experiment and every later execution.</a:t>
            </a:r>
          </a:p>
        </p:txBody>
      </p:sp>
      <p:pic>
        <p:nvPicPr>
          <p:cNvPr id="23" name="Content Placeholder 12"/>
          <p:cNvPicPr>
            <a:picLocks xmlns:a="http://schemas.openxmlformats.org/drawingml/2006/main" noChangeAspect="1"/>
          </p:cNvPicPr>
          <p:nvPr>
            <p:ph idx="2"/>
          </p:nvPr>
        </p:nvPicPr>
        <p:blipFill>
          <a:blip xmlns:r="http://schemas.openxmlformats.org/officeDocument/2006/relationships" xmlns:a="http://schemas.openxmlformats.org/drawingml/2006/main" r:embed="Rb14d74cd1d344ff2"/>
          <a:stretch xmlns:a="http://schemas.openxmlformats.org/drawingml/2006/main">
            <a:fillRect l="0" t="0" r="0" b="0"/>
          </a:stretch>
        </p:blipFill>
        <p:spPr>
          <a:xfrm xmlns:a="http://schemas.openxmlformats.org/drawingml/2006/main">
            <a:off x="1143000" y="2539104"/>
            <a:ext cx="8913812" cy="3231254"/>
          </a:xfrm>
        </p:spPr>
      </p:pic>
      <p:sp>
        <p:nvSpPr>
          <p:cNvPr id="2" name="TextBox 1">
            <a:extLst xmlns:a="http://schemas.openxmlformats.org/drawingml/2006/main">
              <a:ext uri="{FF2B5EF4-FFF2-40B4-BE49-F238E27FC236}">
                <a16:creationId xmlns:a16="http://schemas.microsoft.com/office/drawing/2014/main" id="{7AFA7D1D-1599-62F4-BF80-2BC3DCA340B0}"/>
              </a:ext>
            </a:extLst>
          </p:cNvPr>
          <p:cNvSpPr>
            <a:spLocks xmlns:a="http://schemas.openxmlformats.org/drawingml/2006/main" noGrp="1"/>
          </p:cNvSpPr>
          <p:nvPr/>
        </p:nvSpPr>
        <p:spPr>
          <a:xfrm xmlns:a="http://schemas.openxmlformats.org/drawingml/2006/main">
            <a:off x="2895600" y="5562600"/>
            <a:ext cx="7620000" cy="823912"/>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pPr>
              <a:lnSpc>
                <a:spcPct val="95000"/>
              </a:lnSpc>
              <a:spcBef>
                <a:spcPct val="20000"/>
              </a:spcBef>
              <a:buClr>
                <a:srgbClr val="000000"/>
              </a:buClr>
              <a:buSzPct val="100000"/>
              <a:buNone/>
            </a:pPr>
            <a:r>
              <a:rPr sz="1700" b="1">
                <a:latin typeface="Source Sans Pro"/>
                <a:ea typeface="Source Sans Pro"/>
                <a:cs typeface="Source Sans Pro"/>
              </a:rPr>
              <a:t>Image reference: https://</a:t>
            </a:r>
            <a:r>
              <a:rPr sz="1700" b="1">
                <a:latin typeface="Source Sans Pro"/>
                <a:ea typeface="Source Sans Pro"/>
                <a:cs typeface="Source Sans Pro"/>
              </a:rPr>
              <a:t>www.pmi.org</a:t>
            </a:r>
            <a:r>
              <a:rPr sz="1700" b="1">
                <a:latin typeface="Source Sans Pro"/>
                <a:ea typeface="Source Sans Pro"/>
                <a:cs typeface="Source Sans Pro"/>
              </a:rPr>
              <a:t>/disciplined-agile/lifecycle/exploratory-lifecycle</a:t>
            </a:r>
          </a:p>
        </p:txBody>
      </p:sp>
    </p:spTree>
    <p:extLst>
      <p:ext uri="{BB962C8B-B14F-4D97-AF65-F5344CB8AC3E}">
        <p14:creationId xmlns:p14="http://schemas.microsoft.com/office/powerpoint/2010/main" val="282443843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838200" y="365125"/>
            <a:ext cx="5562600" cy="1325563"/>
          </a:xfrm>
        </p:spPr>
        <p:txBody>
          <a:bodyPr xmlns:a="http://schemas.openxmlformats.org/drawingml/2006/main">
            <a:normAutofit fontScale="83898"/>
          </a:bodyPr>
          <a:lstStyle xmlns:a="http://schemas.openxmlformats.org/drawingml/2006/main"/>
          <a:p xmlns:a="http://schemas.openxmlformats.org/drawingml/2006/main">
            <a:r>
              <a:t>The model stayed. The workflow changed.</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838200" y="1809750"/>
            <a:ext cx="4953000" cy="4000500"/>
          </a:xfrm>
        </p:spPr>
        <p:txBody>
          <a:bodyPr xmlns:a="http://schemas.openxmlformats.org/drawingml/2006/main" anchor="t">
            <a:normAutofit fontScale="100000" lnSpcReduction="10000"/>
          </a:bodyPr>
          <a:lstStyle xmlns:a="http://schemas.openxmlformats.org/drawingml/2006/main"/>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Make execution order explicit.</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Turn scientific assumptions into tests.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Record dependencies, versions, inputs, and entry points.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Build one artifact and run it consistently.</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Request HPC resources explicitly and measure before scaling.</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Keep notebooks for exploration and explanation.</a:t>
            </a:r>
          </a:p>
          <a:p xmlns:a="http://schemas.openxmlformats.org/drawingml/2006/main">
            <a:pPr marL="18" indent="-10" algn="l">
              <a:spcBef>
                <a:spcPts val="8"/>
              </a:spcBef>
              <a:spcAft>
                <a:spcPts val="0"/>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Takeaway: Reproducibility is a workflow, not a copy of the notebook.</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16ed6df9b0514c11"/>
          <a:srcRect xmlns:a="http://schemas.openxmlformats.org/drawingml/2006/main" l="642" t="0" r="25223" b="1065"/>
          <a:stretch xmlns:a="http://schemas.openxmlformats.org/drawingml/2006/main"/>
        </p:blipFill>
        <p:spPr>
          <a:xfrm xmlns:a="http://schemas.openxmlformats.org/drawingml/2006/main">
            <a:off x="6526026" y="0"/>
            <a:ext cx="5665974" cy="6355080"/>
          </a:xfrm>
        </p:spPr>
      </p:pic>
    </p:spTree>
    <p:extLst>
      <p:ext uri="{BB962C8B-B14F-4D97-AF65-F5344CB8AC3E}">
        <p14:creationId xmlns:p14="http://schemas.microsoft.com/office/powerpoint/2010/main" val="374793761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9" name="Title 18">
            <a:extLst xmlns:a="http://schemas.openxmlformats.org/drawingml/2006/main">
              <a:ext uri="{FF2B5EF4-FFF2-40B4-BE49-F238E27FC236}">
                <a16:creationId xmlns:a16="http://schemas.microsoft.com/office/drawing/2014/main" id="{06742A7E-B811-4254-87BE-2729077C151C}"/>
              </a:ext>
            </a:extLst>
          </p:cNvPr>
          <p:cNvSpPr>
            <a:spLocks xmlns:a="http://schemas.openxmlformats.org/drawingml/2006/main" noGrp="1"/>
          </p:cNvSpPr>
          <p:nvPr>
            <p:ph type="title" idx="0"/>
          </p:nvPr>
        </p:nvSpPr>
        <p:spPr>
          <a:xfrm xmlns:a="http://schemas.openxmlformats.org/drawingml/2006/main">
            <a:off x="6248400" y="365125"/>
            <a:ext cx="5181600" cy="1325563"/>
          </a:xfrm>
        </p:spPr>
        <p:txBody>
          <a:bodyPr xmlns:a="http://schemas.openxmlformats.org/drawingml/2006/main" anchor="ctr">
            <a:normAutofit fontScale="100000"/>
          </a:bodyPr>
          <a:lstStyle xmlns:a="http://schemas.openxmlformats.org/drawingml/2006/main"/>
          <a:p xmlns:a="http://schemas.openxmlformats.org/drawingml/2006/main">
            <a:r>
              <a:t>Questions, then the tutorial</a:t>
            </a:r>
          </a:p>
        </p:txBody>
      </p:sp>
      <p:sp>
        <p:nvSpPr>
          <p:cNvPr id="20" name="Content Placeholder 19">
            <a:extLst xmlns:a="http://schemas.openxmlformats.org/drawingml/2006/main">
              <a:ext uri="{FF2B5EF4-FFF2-40B4-BE49-F238E27FC236}">
                <a16:creationId xmlns:a16="http://schemas.microsoft.com/office/drawing/2014/main" id="{C9754ED4-7E15-46F6-B65E-CD5D11B32EB1}"/>
              </a:ext>
            </a:extLst>
          </p:cNvPr>
          <p:cNvSpPr>
            <a:spLocks xmlns:a="http://schemas.openxmlformats.org/drawingml/2006/main" noGrp="1"/>
          </p:cNvSpPr>
          <p:nvPr>
            <p:ph idx="1"/>
          </p:nvPr>
        </p:nvSpPr>
        <p:spPr>
          <a:xfrm xmlns:a="http://schemas.openxmlformats.org/drawingml/2006/main">
            <a:off x="6248400" y="1809750"/>
            <a:ext cx="5181600" cy="4000500"/>
          </a:xfrm>
        </p:spPr>
        <p:txBody>
          <a:bodyPr xmlns:a="http://schemas.openxmlformats.org/drawingml/2006/main" anchor="t">
            <a:normAutofit fontScale="100000"/>
          </a:bodyPr>
          <a:lstStyle xmlns:a="http://schemas.openxmlformats.org/drawingml/2006/main"/>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After Q&amp;A:</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Open tutorial/README.md.</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Export the skydiver package.</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Run six tests.</a:t>
            </a:r>
          </a:p>
          <a:p xmlns:a="http://schemas.openxmlformats.org/drawingml/2006/main">
            <a:pPr marL="18" indent="-10" algn="l">
              <a:spcAft>
                <a:spcPts val="7"/>
              </a:spcAft>
              <a:buNone/>
              <a:defRPr sz="1200">
                <a:solidFill>
                  <a:srgbClr val="263746"/>
                </a:solidFill>
                <a:latin typeface="Source Sans Pro"/>
                <a:ea typeface="Source Sans Pro"/>
                <a:cs typeface="Source Sans Pro"/>
              </a:defRPr>
            </a:pPr>
            <a:r>
              <a:rPr sz="1200">
                <a:solidFill>
                  <a:srgbClr val="263746"/>
                </a:solidFill>
                <a:latin typeface="Source Sans Pro"/>
                <a:ea typeface="Source Sans Pro"/>
                <a:cs typeface="Source Sans Pro"/>
              </a:rPr>
              <a:t>Execute the CLI from a fresh process.</a:t>
            </a:r>
          </a:p>
          <a:p xmlns:a="http://schemas.openxmlformats.org/drawingml/2006/main">
            <a:pPr algn="l">
              <a:spcBef>
                <a:spcPts val="8"/>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Closing prompt:</a:t>
            </a:r>
          </a:p>
          <a:p xmlns:a="http://schemas.openxmlformats.org/drawingml/2006/main">
            <a:pPr algn="l">
              <a:spcBef>
                <a:spcPts val="0"/>
              </a:spcBef>
              <a:spcAft>
                <a:spcPts val="7"/>
              </a:spcAft>
              <a:buNone/>
              <a:defRPr sz="1200">
                <a:solidFill>
                  <a:srgbClr val="263746"/>
                </a:solidFill>
                <a:latin typeface="Source Sans Pro"/>
                <a:ea typeface="Source Sans Pro"/>
                <a:cs typeface="Source Sans Pro"/>
              </a:defRPr>
            </a:pPr>
            <a:r>
              <a:rPr sz="1200" b="1">
                <a:solidFill>
                  <a:srgbClr val="263746"/>
                </a:solidFill>
                <a:latin typeface="Source Sans Pro"/>
                <a:ea typeface="Source Sans Pro"/>
                <a:cs typeface="Source Sans Pro"/>
              </a:rPr>
              <a:t>What scientific assumption in your code deserves a test before you spend hours on an HPC system?</a:t>
            </a:r>
          </a:p>
        </p:txBody>
      </p:sp>
      <p:pic>
        <p:nvPicPr>
          <p:cNvPr id="24" name="Content Placeholder 22"/>
          <p:cNvPicPr>
            <a:picLocks xmlns:a="http://schemas.openxmlformats.org/drawingml/2006/main" noChangeAspect="1"/>
          </p:cNvPicPr>
          <p:nvPr>
            <p:ph idx="2"/>
          </p:nvPr>
        </p:nvPicPr>
        <p:blipFill rotWithShape="1">
          <a:blip xmlns:r="http://schemas.openxmlformats.org/officeDocument/2006/relationships" xmlns:a="http://schemas.openxmlformats.org/drawingml/2006/main" r:embed="Rb13b7b3af12b4098"/>
          <a:srcRect xmlns:a="http://schemas.openxmlformats.org/drawingml/2006/main" l="12701" t="0" r="10752" b="1"/>
          <a:stretch xmlns:a="http://schemas.openxmlformats.org/drawingml/2006/main"/>
        </p:blipFill>
        <p:spPr>
          <a:xfrm xmlns:a="http://schemas.openxmlformats.org/drawingml/2006/main">
            <a:off x="20" y="10"/>
            <a:ext cx="5791180" cy="6355070"/>
          </a:xfrm>
        </p:spPr>
      </p:pic>
    </p:spTree>
    <p:extLst>
      <p:ext uri="{BB962C8B-B14F-4D97-AF65-F5344CB8AC3E}">
        <p14:creationId xmlns:p14="http://schemas.microsoft.com/office/powerpoint/2010/main" val="410527100"/>
      </p:ext>
    </p:extLst>
  </p:cSld>
</p:sld>
</file>

<file path=ppt/theme/theme1.xml><?xml version="1.0" encoding="utf-8"?>
<a:theme xmlns:a="http://schemas.openxmlformats.org/drawingml/2006/main" name="NPACI/SDSC (logo) template">
  <a:themeElements>
    <a:clrScheme name="UC San Diego">
      <a:dk1>
        <a:srgbClr val="182B49"/>
      </a:dk1>
      <a:lt1>
        <a:sysClr val="window" lastClr="FFFFFF"/>
      </a:lt1>
      <a:dk2>
        <a:srgbClr val="00629B"/>
      </a:dk2>
      <a:lt2>
        <a:srgbClr val="E7E6E6"/>
      </a:lt2>
      <a:accent1>
        <a:srgbClr val="00C6D7"/>
      </a:accent1>
      <a:accent2>
        <a:srgbClr val="FC8900"/>
      </a:accent2>
      <a:accent3>
        <a:srgbClr val="B6B1A9"/>
      </a:accent3>
      <a:accent4>
        <a:srgbClr val="FFCD00"/>
      </a:accent4>
      <a:accent5>
        <a:srgbClr val="D462AD"/>
      </a:accent5>
      <a:accent6>
        <a:srgbClr val="6E963B"/>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C San Dieg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2026-07-24T04:32:29.1130000Z</dcterms:created>
  <dcterms:modified xsi:type="dcterms:W3CDTF">2026-07-24T04:32:29.1130000Z</dcterms:modified>
</coreProperties>
</file>